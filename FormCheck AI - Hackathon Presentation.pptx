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webp" ContentType="image/webp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embeddedFontLst>
    <p:embeddedFont>
      <p:font typeface="Liter" charset="-122" pitchFamily="34"/>
      <p:regular r:id="rId1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webp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media.istockphoto.com/970d043c84d6edfa4060aad1ec39561bce5ed425.jp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rcRect l="0" r="0" t="11750" b="1175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91919">
                  <a:alpha val="90000"/>
                </a:srgbClr>
              </a:gs>
              <a:gs pos="50000">
                <a:srgbClr val="191919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4402" y="1503270"/>
            <a:ext cx="1787979" cy="349704"/>
          </a:xfrm>
          <a:custGeom>
            <a:avLst/>
            <a:gdLst/>
            <a:ahLst/>
            <a:cxnLst/>
            <a:rect l="l" t="t" r="r" b="b"/>
            <a:pathLst>
              <a:path w="1787979" h="349704">
                <a:moveTo>
                  <a:pt x="174852" y="0"/>
                </a:moveTo>
                <a:lnTo>
                  <a:pt x="1613127" y="0"/>
                </a:lnTo>
                <a:cubicBezTo>
                  <a:pt x="1709695" y="0"/>
                  <a:pt x="1787979" y="78284"/>
                  <a:pt x="1787979" y="174852"/>
                </a:cubicBezTo>
                <a:lnTo>
                  <a:pt x="1787979" y="174852"/>
                </a:lnTo>
                <a:cubicBezTo>
                  <a:pt x="1787979" y="271420"/>
                  <a:pt x="1709695" y="349704"/>
                  <a:pt x="1613127" y="349704"/>
                </a:cubicBezTo>
                <a:lnTo>
                  <a:pt x="174852" y="349704"/>
                </a:lnTo>
                <a:cubicBezTo>
                  <a:pt x="78348" y="349704"/>
                  <a:pt x="0" y="271355"/>
                  <a:pt x="0" y="174852"/>
                </a:cubicBezTo>
                <a:lnTo>
                  <a:pt x="0" y="174852"/>
                </a:lnTo>
                <a:cubicBezTo>
                  <a:pt x="0" y="78348"/>
                  <a:pt x="78348" y="0"/>
                  <a:pt x="17485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9071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68715" y="160171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00846" y="-2947"/>
                </a:moveTo>
                <a:cubicBezTo>
                  <a:pt x="104388" y="-387"/>
                  <a:pt x="105698" y="4256"/>
                  <a:pt x="104090" y="8305"/>
                </a:cubicBezTo>
                <a:lnTo>
                  <a:pt x="80754" y="66675"/>
                </a:lnTo>
                <a:lnTo>
                  <a:pt x="123825" y="66675"/>
                </a:lnTo>
                <a:cubicBezTo>
                  <a:pt x="127843" y="66675"/>
                  <a:pt x="131415" y="69175"/>
                  <a:pt x="132784" y="72956"/>
                </a:cubicBezTo>
                <a:cubicBezTo>
                  <a:pt x="134154" y="76736"/>
                  <a:pt x="132993" y="80962"/>
                  <a:pt x="129927" y="83522"/>
                </a:cubicBezTo>
                <a:lnTo>
                  <a:pt x="44202" y="154960"/>
                </a:lnTo>
                <a:cubicBezTo>
                  <a:pt x="40838" y="157758"/>
                  <a:pt x="36046" y="157907"/>
                  <a:pt x="32504" y="155347"/>
                </a:cubicBezTo>
                <a:cubicBezTo>
                  <a:pt x="28962" y="152787"/>
                  <a:pt x="27652" y="148144"/>
                  <a:pt x="29260" y="144095"/>
                </a:cubicBezTo>
                <a:lnTo>
                  <a:pt x="52596" y="85725"/>
                </a:lnTo>
                <a:lnTo>
                  <a:pt x="9525" y="85725"/>
                </a:lnTo>
                <a:cubicBezTo>
                  <a:pt x="5507" y="85725"/>
                  <a:pt x="1935" y="83225"/>
                  <a:pt x="566" y="79444"/>
                </a:cubicBezTo>
                <a:cubicBezTo>
                  <a:pt x="-804" y="75664"/>
                  <a:pt x="357" y="71438"/>
                  <a:pt x="3423" y="68878"/>
                </a:cubicBezTo>
                <a:lnTo>
                  <a:pt x="89148" y="-2560"/>
                </a:lnTo>
                <a:cubicBezTo>
                  <a:pt x="92512" y="-5358"/>
                  <a:pt x="97304" y="-5507"/>
                  <a:pt x="100846" y="-2947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6" name="Text 3"/>
          <p:cNvSpPr/>
          <p:nvPr/>
        </p:nvSpPr>
        <p:spPr>
          <a:xfrm>
            <a:off x="806755" y="1582787"/>
            <a:ext cx="1276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26" kern="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HACKATHON 2025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2313214"/>
            <a:ext cx="117729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FormCheck AI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81000" y="3398916"/>
            <a:ext cx="11572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Instant Sports Form Analysis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81000" y="4046530"/>
            <a:ext cx="64960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AI-powered coaching for every athlete. Upload your video, get instant biomechanical feedback.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81000" y="5787926"/>
            <a:ext cx="11430000" cy="6804"/>
          </a:xfrm>
          <a:custGeom>
            <a:avLst/>
            <a:gdLst/>
            <a:ahLst/>
            <a:cxnLst/>
            <a:rect l="l" t="t" r="r" b="b"/>
            <a:pathLst>
              <a:path w="11430000" h="6804">
                <a:moveTo>
                  <a:pt x="0" y="0"/>
                </a:moveTo>
                <a:lnTo>
                  <a:pt x="11430000" y="0"/>
                </a:lnTo>
                <a:lnTo>
                  <a:pt x="11430000" y="6804"/>
                </a:lnTo>
                <a:lnTo>
                  <a:pt x="0" y="6804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/>
        </p:spPr>
      </p:sp>
      <p:sp>
        <p:nvSpPr>
          <p:cNvPr id="11" name="Shape 8"/>
          <p:cNvSpPr/>
          <p:nvPr/>
        </p:nvSpPr>
        <p:spPr>
          <a:xfrm>
            <a:off x="381000" y="601988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502401" y="6153193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35719" y="23812"/>
                </a:moveTo>
                <a:cubicBezTo>
                  <a:pt x="22585" y="23812"/>
                  <a:pt x="11906" y="34491"/>
                  <a:pt x="11906" y="47625"/>
                </a:cubicBezTo>
                <a:lnTo>
                  <a:pt x="11906" y="142875"/>
                </a:lnTo>
                <a:cubicBezTo>
                  <a:pt x="11906" y="156009"/>
                  <a:pt x="22585" y="166688"/>
                  <a:pt x="35719" y="166688"/>
                </a:cubicBezTo>
                <a:lnTo>
                  <a:pt x="130969" y="166688"/>
                </a:lnTo>
                <a:cubicBezTo>
                  <a:pt x="144103" y="166688"/>
                  <a:pt x="154781" y="156009"/>
                  <a:pt x="154781" y="142875"/>
                </a:cubicBezTo>
                <a:lnTo>
                  <a:pt x="154781" y="47625"/>
                </a:lnTo>
                <a:cubicBezTo>
                  <a:pt x="154781" y="34491"/>
                  <a:pt x="144103" y="23812"/>
                  <a:pt x="130969" y="23812"/>
                </a:cubicBezTo>
                <a:lnTo>
                  <a:pt x="35719" y="23812"/>
                </a:lnTo>
                <a:close/>
                <a:moveTo>
                  <a:pt x="172641" y="125016"/>
                </a:moveTo>
                <a:lnTo>
                  <a:pt x="199988" y="146893"/>
                </a:lnTo>
                <a:cubicBezTo>
                  <a:pt x="201550" y="148158"/>
                  <a:pt x="203485" y="148828"/>
                  <a:pt x="205494" y="148828"/>
                </a:cubicBezTo>
                <a:cubicBezTo>
                  <a:pt x="210369" y="148828"/>
                  <a:pt x="214313" y="144884"/>
                  <a:pt x="214313" y="140010"/>
                </a:cubicBezTo>
                <a:lnTo>
                  <a:pt x="214313" y="50490"/>
                </a:lnTo>
                <a:cubicBezTo>
                  <a:pt x="214313" y="45616"/>
                  <a:pt x="210369" y="41672"/>
                  <a:pt x="205494" y="41672"/>
                </a:cubicBezTo>
                <a:cubicBezTo>
                  <a:pt x="203485" y="41672"/>
                  <a:pt x="201550" y="42342"/>
                  <a:pt x="199988" y="43607"/>
                </a:cubicBezTo>
                <a:lnTo>
                  <a:pt x="172641" y="65484"/>
                </a:lnTo>
                <a:lnTo>
                  <a:pt x="172641" y="125016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3" name="Text 10"/>
          <p:cNvSpPr/>
          <p:nvPr/>
        </p:nvSpPr>
        <p:spPr>
          <a:xfrm>
            <a:off x="990451" y="6019885"/>
            <a:ext cx="1085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Upload Video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990451" y="6210279"/>
            <a:ext cx="1104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5-10 seconds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401823" y="601988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5535131" y="615319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4648" y="20836"/>
                </a:moveTo>
                <a:cubicBezTo>
                  <a:pt x="44648" y="9339"/>
                  <a:pt x="53987" y="0"/>
                  <a:pt x="65484" y="0"/>
                </a:cubicBezTo>
                <a:lnTo>
                  <a:pt x="74414" y="0"/>
                </a:lnTo>
                <a:cubicBezTo>
                  <a:pt x="81000" y="0"/>
                  <a:pt x="86320" y="5321"/>
                  <a:pt x="86320" y="11906"/>
                </a:cubicBezTo>
                <a:lnTo>
                  <a:pt x="86320" y="178594"/>
                </a:lnTo>
                <a:cubicBezTo>
                  <a:pt x="86320" y="185179"/>
                  <a:pt x="81000" y="190500"/>
                  <a:pt x="74414" y="190500"/>
                </a:cubicBezTo>
                <a:lnTo>
                  <a:pt x="62508" y="190500"/>
                </a:lnTo>
                <a:cubicBezTo>
                  <a:pt x="51420" y="190500"/>
                  <a:pt x="42081" y="182910"/>
                  <a:pt x="39439" y="172641"/>
                </a:cubicBezTo>
                <a:cubicBezTo>
                  <a:pt x="39179" y="172641"/>
                  <a:pt x="38956" y="172641"/>
                  <a:pt x="38695" y="172641"/>
                </a:cubicBezTo>
                <a:cubicBezTo>
                  <a:pt x="22250" y="172641"/>
                  <a:pt x="8930" y="159321"/>
                  <a:pt x="8930" y="142875"/>
                </a:cubicBezTo>
                <a:cubicBezTo>
                  <a:pt x="8930" y="136178"/>
                  <a:pt x="11162" y="130001"/>
                  <a:pt x="14883" y="125016"/>
                </a:cubicBezTo>
                <a:cubicBezTo>
                  <a:pt x="7665" y="119583"/>
                  <a:pt x="2977" y="110951"/>
                  <a:pt x="2977" y="101203"/>
                </a:cubicBezTo>
                <a:cubicBezTo>
                  <a:pt x="2977" y="89706"/>
                  <a:pt x="9525" y="79697"/>
                  <a:pt x="19050" y="74749"/>
                </a:cubicBezTo>
                <a:cubicBezTo>
                  <a:pt x="16408" y="70284"/>
                  <a:pt x="14883" y="65075"/>
                  <a:pt x="14883" y="59531"/>
                </a:cubicBezTo>
                <a:cubicBezTo>
                  <a:pt x="14883" y="43086"/>
                  <a:pt x="28203" y="29766"/>
                  <a:pt x="44648" y="29766"/>
                </a:cubicBezTo>
                <a:lnTo>
                  <a:pt x="44648" y="20836"/>
                </a:lnTo>
                <a:close/>
                <a:moveTo>
                  <a:pt x="145852" y="20836"/>
                </a:moveTo>
                <a:lnTo>
                  <a:pt x="145852" y="29766"/>
                </a:lnTo>
                <a:cubicBezTo>
                  <a:pt x="162297" y="29766"/>
                  <a:pt x="175617" y="43086"/>
                  <a:pt x="175617" y="59531"/>
                </a:cubicBezTo>
                <a:cubicBezTo>
                  <a:pt x="175617" y="65112"/>
                  <a:pt x="174092" y="70321"/>
                  <a:pt x="171450" y="74749"/>
                </a:cubicBezTo>
                <a:cubicBezTo>
                  <a:pt x="181012" y="79697"/>
                  <a:pt x="187523" y="89669"/>
                  <a:pt x="187523" y="101203"/>
                </a:cubicBezTo>
                <a:cubicBezTo>
                  <a:pt x="187523" y="110951"/>
                  <a:pt x="182835" y="119583"/>
                  <a:pt x="175617" y="125016"/>
                </a:cubicBezTo>
                <a:cubicBezTo>
                  <a:pt x="179338" y="130001"/>
                  <a:pt x="181570" y="136178"/>
                  <a:pt x="181570" y="142875"/>
                </a:cubicBezTo>
                <a:cubicBezTo>
                  <a:pt x="181570" y="159321"/>
                  <a:pt x="168250" y="172641"/>
                  <a:pt x="151805" y="172641"/>
                </a:cubicBezTo>
                <a:cubicBezTo>
                  <a:pt x="151544" y="172641"/>
                  <a:pt x="151321" y="172641"/>
                  <a:pt x="151061" y="172641"/>
                </a:cubicBezTo>
                <a:cubicBezTo>
                  <a:pt x="148419" y="182910"/>
                  <a:pt x="139080" y="190500"/>
                  <a:pt x="127992" y="190500"/>
                </a:cubicBezTo>
                <a:lnTo>
                  <a:pt x="116086" y="190500"/>
                </a:lnTo>
                <a:cubicBezTo>
                  <a:pt x="109500" y="190500"/>
                  <a:pt x="104180" y="185179"/>
                  <a:pt x="104180" y="178594"/>
                </a:cubicBezTo>
                <a:lnTo>
                  <a:pt x="104180" y="11906"/>
                </a:lnTo>
                <a:cubicBezTo>
                  <a:pt x="104180" y="5321"/>
                  <a:pt x="109500" y="0"/>
                  <a:pt x="116086" y="0"/>
                </a:cubicBezTo>
                <a:lnTo>
                  <a:pt x="125016" y="0"/>
                </a:lnTo>
                <a:cubicBezTo>
                  <a:pt x="136513" y="0"/>
                  <a:pt x="145852" y="9339"/>
                  <a:pt x="145852" y="20836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7" name="Text 14"/>
          <p:cNvSpPr/>
          <p:nvPr/>
        </p:nvSpPr>
        <p:spPr>
          <a:xfrm>
            <a:off x="6011274" y="6019885"/>
            <a:ext cx="800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Analysis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011274" y="6210279"/>
            <a:ext cx="819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10135302" y="601988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10268609" y="615319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1" name="Text 18"/>
          <p:cNvSpPr/>
          <p:nvPr/>
        </p:nvSpPr>
        <p:spPr>
          <a:xfrm>
            <a:off x="10744753" y="6019885"/>
            <a:ext cx="1133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Get Feedback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0744753" y="6210279"/>
            <a:ext cx="1152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Instant results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8100" cy="304800"/>
          </a:xfrm>
          <a:custGeom>
            <a:avLst/>
            <a:gdLst/>
            <a:ahLst/>
            <a:cxnLst/>
            <a:rect l="l" t="t" r="r" b="b"/>
            <a:pathLst>
              <a:path w="38100" h="304800">
                <a:moveTo>
                  <a:pt x="0" y="0"/>
                </a:moveTo>
                <a:lnTo>
                  <a:pt x="38100" y="0"/>
                </a:lnTo>
                <a:lnTo>
                  <a:pt x="381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533336" y="438192"/>
            <a:ext cx="1209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Challenge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838115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Coaching is a Luxury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1447672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Amateur athletes are left behind in the pursuit of excellence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4402" y="2022468"/>
            <a:ext cx="5597979" cy="1702254"/>
          </a:xfrm>
          <a:custGeom>
            <a:avLst/>
            <a:gdLst/>
            <a:ahLst/>
            <a:cxnLst/>
            <a:rect l="l" t="t" r="r" b="b"/>
            <a:pathLst>
              <a:path w="5597979" h="1702254">
                <a:moveTo>
                  <a:pt x="114306" y="0"/>
                </a:moveTo>
                <a:lnTo>
                  <a:pt x="5483672" y="0"/>
                </a:lnTo>
                <a:cubicBezTo>
                  <a:pt x="5546802" y="0"/>
                  <a:pt x="5597979" y="51177"/>
                  <a:pt x="5597979" y="114306"/>
                </a:cubicBezTo>
                <a:lnTo>
                  <a:pt x="5597979" y="1587947"/>
                </a:lnTo>
                <a:cubicBezTo>
                  <a:pt x="5597979" y="1651077"/>
                  <a:pt x="5546802" y="1702254"/>
                  <a:pt x="5483672" y="1702254"/>
                </a:cubicBezTo>
                <a:lnTo>
                  <a:pt x="114306" y="1702254"/>
                </a:lnTo>
                <a:cubicBezTo>
                  <a:pt x="51177" y="1702254"/>
                  <a:pt x="0" y="1651077"/>
                  <a:pt x="0" y="1587947"/>
                </a:cubicBezTo>
                <a:lnTo>
                  <a:pt x="0" y="114306"/>
                </a:lnTo>
                <a:cubicBezTo>
                  <a:pt x="0" y="51219"/>
                  <a:pt x="51219" y="0"/>
                  <a:pt x="114306" y="0"/>
                </a:cubicBezTo>
                <a:close/>
              </a:path>
            </a:pathLst>
          </a:custGeom>
          <a:solidFill>
            <a:srgbClr val="262626"/>
          </a:solidFill>
          <a:ln w="9071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6361" y="2310982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11539" y="2463318"/>
            <a:ext cx="142875" cy="228600"/>
          </a:xfrm>
          <a:custGeom>
            <a:avLst/>
            <a:gdLst/>
            <a:ahLst/>
            <a:cxnLst/>
            <a:rect l="l" t="t" r="r" b="b"/>
            <a:pathLst>
              <a:path w="142875" h="228600">
                <a:moveTo>
                  <a:pt x="60722" y="10716"/>
                </a:moveTo>
                <a:cubicBezTo>
                  <a:pt x="60722" y="4777"/>
                  <a:pt x="65499" y="0"/>
                  <a:pt x="71438" y="0"/>
                </a:cubicBezTo>
                <a:cubicBezTo>
                  <a:pt x="77376" y="0"/>
                  <a:pt x="82153" y="4777"/>
                  <a:pt x="82153" y="10716"/>
                </a:cubicBezTo>
                <a:lnTo>
                  <a:pt x="82153" y="28575"/>
                </a:lnTo>
                <a:lnTo>
                  <a:pt x="107156" y="28575"/>
                </a:lnTo>
                <a:cubicBezTo>
                  <a:pt x="115059" y="28575"/>
                  <a:pt x="121444" y="34960"/>
                  <a:pt x="121444" y="42863"/>
                </a:cubicBezTo>
                <a:cubicBezTo>
                  <a:pt x="121444" y="50765"/>
                  <a:pt x="115059" y="57150"/>
                  <a:pt x="107156" y="57150"/>
                </a:cubicBezTo>
                <a:lnTo>
                  <a:pt x="55855" y="57150"/>
                </a:lnTo>
                <a:cubicBezTo>
                  <a:pt x="44738" y="57150"/>
                  <a:pt x="35719" y="66169"/>
                  <a:pt x="35719" y="77286"/>
                </a:cubicBezTo>
                <a:cubicBezTo>
                  <a:pt x="35719" y="87332"/>
                  <a:pt x="43086" y="95816"/>
                  <a:pt x="52998" y="97244"/>
                </a:cubicBezTo>
                <a:lnTo>
                  <a:pt x="93896" y="103093"/>
                </a:lnTo>
                <a:cubicBezTo>
                  <a:pt x="117917" y="106531"/>
                  <a:pt x="135731" y="127069"/>
                  <a:pt x="135731" y="151314"/>
                </a:cubicBezTo>
                <a:cubicBezTo>
                  <a:pt x="135731" y="178237"/>
                  <a:pt x="113898" y="200025"/>
                  <a:pt x="87020" y="200025"/>
                </a:cubicBezTo>
                <a:lnTo>
                  <a:pt x="82153" y="200025"/>
                </a:lnTo>
                <a:lnTo>
                  <a:pt x="82153" y="217884"/>
                </a:lnTo>
                <a:cubicBezTo>
                  <a:pt x="82153" y="223823"/>
                  <a:pt x="77376" y="228600"/>
                  <a:pt x="71438" y="228600"/>
                </a:cubicBezTo>
                <a:cubicBezTo>
                  <a:pt x="65499" y="228600"/>
                  <a:pt x="60722" y="223823"/>
                  <a:pt x="60722" y="217884"/>
                </a:cubicBezTo>
                <a:lnTo>
                  <a:pt x="60722" y="200025"/>
                </a:lnTo>
                <a:lnTo>
                  <a:pt x="28575" y="200025"/>
                </a:lnTo>
                <a:cubicBezTo>
                  <a:pt x="20672" y="200025"/>
                  <a:pt x="14288" y="193640"/>
                  <a:pt x="14288" y="185738"/>
                </a:cubicBezTo>
                <a:cubicBezTo>
                  <a:pt x="14288" y="177835"/>
                  <a:pt x="20672" y="171450"/>
                  <a:pt x="28575" y="171450"/>
                </a:cubicBezTo>
                <a:lnTo>
                  <a:pt x="87020" y="171450"/>
                </a:lnTo>
                <a:cubicBezTo>
                  <a:pt x="98137" y="171450"/>
                  <a:pt x="107156" y="162431"/>
                  <a:pt x="107156" y="151314"/>
                </a:cubicBezTo>
                <a:cubicBezTo>
                  <a:pt x="107156" y="141268"/>
                  <a:pt x="99789" y="132784"/>
                  <a:pt x="89877" y="131356"/>
                </a:cubicBezTo>
                <a:lnTo>
                  <a:pt x="48979" y="125507"/>
                </a:lnTo>
                <a:cubicBezTo>
                  <a:pt x="24958" y="122113"/>
                  <a:pt x="7144" y="101531"/>
                  <a:pt x="7144" y="77286"/>
                </a:cubicBezTo>
                <a:cubicBezTo>
                  <a:pt x="7144" y="50408"/>
                  <a:pt x="28977" y="28575"/>
                  <a:pt x="55855" y="28575"/>
                </a:cubicBezTo>
                <a:lnTo>
                  <a:pt x="60722" y="28575"/>
                </a:lnTo>
                <a:lnTo>
                  <a:pt x="60722" y="10716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1302033" y="2310982"/>
            <a:ext cx="4562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Prohibitive Costs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02033" y="2691769"/>
            <a:ext cx="45243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Private coaching sessions cost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$50-150/hour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making professional guidance inaccessible to most amateur players and youth athletes.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84402" y="3882607"/>
            <a:ext cx="5597979" cy="1702254"/>
          </a:xfrm>
          <a:custGeom>
            <a:avLst/>
            <a:gdLst/>
            <a:ahLst/>
            <a:cxnLst/>
            <a:rect l="l" t="t" r="r" b="b"/>
            <a:pathLst>
              <a:path w="5597979" h="1702254">
                <a:moveTo>
                  <a:pt x="114306" y="0"/>
                </a:moveTo>
                <a:lnTo>
                  <a:pt x="5483672" y="0"/>
                </a:lnTo>
                <a:cubicBezTo>
                  <a:pt x="5546802" y="0"/>
                  <a:pt x="5597979" y="51177"/>
                  <a:pt x="5597979" y="114306"/>
                </a:cubicBezTo>
                <a:lnTo>
                  <a:pt x="5597979" y="1587947"/>
                </a:lnTo>
                <a:cubicBezTo>
                  <a:pt x="5597979" y="1651077"/>
                  <a:pt x="5546802" y="1702254"/>
                  <a:pt x="5483672" y="1702254"/>
                </a:cubicBezTo>
                <a:lnTo>
                  <a:pt x="114306" y="1702254"/>
                </a:lnTo>
                <a:cubicBezTo>
                  <a:pt x="51177" y="1702254"/>
                  <a:pt x="0" y="1651077"/>
                  <a:pt x="0" y="1587947"/>
                </a:cubicBezTo>
                <a:lnTo>
                  <a:pt x="0" y="114306"/>
                </a:lnTo>
                <a:cubicBezTo>
                  <a:pt x="0" y="51219"/>
                  <a:pt x="51219" y="0"/>
                  <a:pt x="114306" y="0"/>
                </a:cubicBezTo>
                <a:close/>
              </a:path>
            </a:pathLst>
          </a:custGeom>
          <a:solidFill>
            <a:srgbClr val="262626"/>
          </a:solidFill>
          <a:ln w="9071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6361" y="4171227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68676" y="432356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20863" y="0"/>
                  <a:pt x="126891" y="3617"/>
                  <a:pt x="130016" y="9376"/>
                </a:cubicBezTo>
                <a:lnTo>
                  <a:pt x="226457" y="187970"/>
                </a:lnTo>
                <a:cubicBezTo>
                  <a:pt x="229448" y="193506"/>
                  <a:pt x="229314" y="200204"/>
                  <a:pt x="226100" y="205606"/>
                </a:cubicBezTo>
                <a:cubicBezTo>
                  <a:pt x="222885" y="211009"/>
                  <a:pt x="217036" y="214313"/>
                  <a:pt x="210741" y="214313"/>
                </a:cubicBezTo>
                <a:lnTo>
                  <a:pt x="17859" y="214313"/>
                </a:lnTo>
                <a:cubicBezTo>
                  <a:pt x="11564" y="214313"/>
                  <a:pt x="5760" y="211009"/>
                  <a:pt x="2500" y="205606"/>
                </a:cubicBezTo>
                <a:cubicBezTo>
                  <a:pt x="-759" y="200204"/>
                  <a:pt x="-848" y="193506"/>
                  <a:pt x="2143" y="187970"/>
                </a:cubicBezTo>
                <a:lnTo>
                  <a:pt x="98584" y="9376"/>
                </a:lnTo>
                <a:cubicBezTo>
                  <a:pt x="101709" y="3617"/>
                  <a:pt x="107737" y="0"/>
                  <a:pt x="114300" y="0"/>
                </a:cubicBezTo>
                <a:close/>
                <a:moveTo>
                  <a:pt x="114300" y="75009"/>
                </a:moveTo>
                <a:cubicBezTo>
                  <a:pt x="108362" y="75009"/>
                  <a:pt x="103584" y="79787"/>
                  <a:pt x="103584" y="85725"/>
                </a:cubicBezTo>
                <a:lnTo>
                  <a:pt x="103584" y="135731"/>
                </a:lnTo>
                <a:cubicBezTo>
                  <a:pt x="103584" y="141669"/>
                  <a:pt x="108362" y="146447"/>
                  <a:pt x="114300" y="146447"/>
                </a:cubicBezTo>
                <a:cubicBezTo>
                  <a:pt x="120238" y="146447"/>
                  <a:pt x="125016" y="141669"/>
                  <a:pt x="125016" y="135731"/>
                </a:cubicBezTo>
                <a:lnTo>
                  <a:pt x="125016" y="85725"/>
                </a:lnTo>
                <a:cubicBezTo>
                  <a:pt x="125016" y="79787"/>
                  <a:pt x="120238" y="75009"/>
                  <a:pt x="114300" y="75009"/>
                </a:cubicBezTo>
                <a:close/>
                <a:moveTo>
                  <a:pt x="126221" y="171450"/>
                </a:moveTo>
                <a:cubicBezTo>
                  <a:pt x="126492" y="167025"/>
                  <a:pt x="124286" y="162815"/>
                  <a:pt x="120492" y="160521"/>
                </a:cubicBezTo>
                <a:cubicBezTo>
                  <a:pt x="116699" y="158226"/>
                  <a:pt x="111946" y="158226"/>
                  <a:pt x="108152" y="160521"/>
                </a:cubicBezTo>
                <a:cubicBezTo>
                  <a:pt x="104359" y="162815"/>
                  <a:pt x="102152" y="167025"/>
                  <a:pt x="102424" y="171450"/>
                </a:cubicBezTo>
                <a:cubicBezTo>
                  <a:pt x="102152" y="175875"/>
                  <a:pt x="104359" y="180085"/>
                  <a:pt x="108152" y="182379"/>
                </a:cubicBezTo>
                <a:cubicBezTo>
                  <a:pt x="111946" y="184674"/>
                  <a:pt x="116699" y="184674"/>
                  <a:pt x="120492" y="182379"/>
                </a:cubicBezTo>
                <a:cubicBezTo>
                  <a:pt x="124286" y="180085"/>
                  <a:pt x="126492" y="175875"/>
                  <a:pt x="126221" y="17145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4" name="Text 12"/>
          <p:cNvSpPr/>
          <p:nvPr/>
        </p:nvSpPr>
        <p:spPr>
          <a:xfrm>
            <a:off x="1302033" y="4171227"/>
            <a:ext cx="4562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Bad Habits Form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02033" y="4552014"/>
            <a:ext cx="45243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Without expert feedback, athletes develop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incorrect techniques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that become muscle memory, limiting potential and increasing injury risk.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213681" y="2022468"/>
            <a:ext cx="5597979" cy="1702254"/>
          </a:xfrm>
          <a:custGeom>
            <a:avLst/>
            <a:gdLst/>
            <a:ahLst/>
            <a:cxnLst/>
            <a:rect l="l" t="t" r="r" b="b"/>
            <a:pathLst>
              <a:path w="5597979" h="1702254">
                <a:moveTo>
                  <a:pt x="114306" y="0"/>
                </a:moveTo>
                <a:lnTo>
                  <a:pt x="5483672" y="0"/>
                </a:lnTo>
                <a:cubicBezTo>
                  <a:pt x="5546802" y="0"/>
                  <a:pt x="5597979" y="51177"/>
                  <a:pt x="5597979" y="114306"/>
                </a:cubicBezTo>
                <a:lnTo>
                  <a:pt x="5597979" y="1587947"/>
                </a:lnTo>
                <a:cubicBezTo>
                  <a:pt x="5597979" y="1651077"/>
                  <a:pt x="5546802" y="1702254"/>
                  <a:pt x="5483672" y="1702254"/>
                </a:cubicBezTo>
                <a:lnTo>
                  <a:pt x="114306" y="1702254"/>
                </a:lnTo>
                <a:cubicBezTo>
                  <a:pt x="51177" y="1702254"/>
                  <a:pt x="0" y="1651077"/>
                  <a:pt x="0" y="1587947"/>
                </a:cubicBezTo>
                <a:lnTo>
                  <a:pt x="0" y="114306"/>
                </a:lnTo>
                <a:cubicBezTo>
                  <a:pt x="0" y="51219"/>
                  <a:pt x="51219" y="0"/>
                  <a:pt x="114306" y="0"/>
                </a:cubicBezTo>
                <a:close/>
              </a:path>
            </a:pathLst>
          </a:custGeom>
          <a:solidFill>
            <a:srgbClr val="262626"/>
          </a:solidFill>
          <a:ln w="9071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45640" y="2310982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569380" y="2463318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32593" y="-11117"/>
                </a:moveTo>
                <a:cubicBezTo>
                  <a:pt x="28396" y="-15314"/>
                  <a:pt x="21610" y="-15314"/>
                  <a:pt x="17458" y="-11117"/>
                </a:cubicBezTo>
                <a:cubicBezTo>
                  <a:pt x="13305" y="-6921"/>
                  <a:pt x="13261" y="-134"/>
                  <a:pt x="17413" y="4063"/>
                </a:cubicBezTo>
                <a:lnTo>
                  <a:pt x="253157" y="239807"/>
                </a:lnTo>
                <a:cubicBezTo>
                  <a:pt x="257354" y="244004"/>
                  <a:pt x="264140" y="244004"/>
                  <a:pt x="268292" y="239807"/>
                </a:cubicBezTo>
                <a:cubicBezTo>
                  <a:pt x="272445" y="235610"/>
                  <a:pt x="272489" y="228823"/>
                  <a:pt x="268292" y="224671"/>
                </a:cubicBezTo>
                <a:lnTo>
                  <a:pt x="143679" y="100013"/>
                </a:lnTo>
                <a:cubicBezTo>
                  <a:pt x="168950" y="99566"/>
                  <a:pt x="189309" y="78938"/>
                  <a:pt x="189309" y="53578"/>
                </a:cubicBezTo>
                <a:cubicBezTo>
                  <a:pt x="189309" y="27950"/>
                  <a:pt x="168503" y="7144"/>
                  <a:pt x="142875" y="7144"/>
                </a:cubicBezTo>
                <a:cubicBezTo>
                  <a:pt x="117515" y="7144"/>
                  <a:pt x="96887" y="27503"/>
                  <a:pt x="96441" y="52774"/>
                </a:cubicBezTo>
                <a:lnTo>
                  <a:pt x="32593" y="-11117"/>
                </a:lnTo>
                <a:close/>
                <a:moveTo>
                  <a:pt x="228600" y="128588"/>
                </a:moveTo>
                <a:cubicBezTo>
                  <a:pt x="220920" y="128588"/>
                  <a:pt x="213553" y="130106"/>
                  <a:pt x="206856" y="132874"/>
                </a:cubicBezTo>
                <a:lnTo>
                  <a:pt x="282759" y="208776"/>
                </a:lnTo>
                <a:cubicBezTo>
                  <a:pt x="284634" y="206365"/>
                  <a:pt x="285750" y="203329"/>
                  <a:pt x="285750" y="200025"/>
                </a:cubicBezTo>
                <a:lnTo>
                  <a:pt x="285750" y="185738"/>
                </a:lnTo>
                <a:cubicBezTo>
                  <a:pt x="285750" y="154171"/>
                  <a:pt x="260166" y="128588"/>
                  <a:pt x="228600" y="128588"/>
                </a:cubicBezTo>
                <a:close/>
                <a:moveTo>
                  <a:pt x="26744" y="43622"/>
                </a:moveTo>
                <a:cubicBezTo>
                  <a:pt x="17145" y="49203"/>
                  <a:pt x="10716" y="59561"/>
                  <a:pt x="10716" y="71438"/>
                </a:cubicBezTo>
                <a:cubicBezTo>
                  <a:pt x="10716" y="89208"/>
                  <a:pt x="25092" y="103584"/>
                  <a:pt x="42863" y="103584"/>
                </a:cubicBezTo>
                <a:cubicBezTo>
                  <a:pt x="54739" y="103584"/>
                  <a:pt x="65097" y="97155"/>
                  <a:pt x="70678" y="87556"/>
                </a:cubicBezTo>
                <a:lnTo>
                  <a:pt x="26744" y="43622"/>
                </a:lnTo>
                <a:close/>
                <a:moveTo>
                  <a:pt x="111710" y="128588"/>
                </a:moveTo>
                <a:cubicBezTo>
                  <a:pt x="87868" y="140151"/>
                  <a:pt x="71438" y="164619"/>
                  <a:pt x="71438" y="192881"/>
                </a:cubicBezTo>
                <a:lnTo>
                  <a:pt x="71438" y="200025"/>
                </a:lnTo>
                <a:cubicBezTo>
                  <a:pt x="71438" y="207928"/>
                  <a:pt x="77822" y="214313"/>
                  <a:pt x="85725" y="214313"/>
                </a:cubicBezTo>
                <a:lnTo>
                  <a:pt x="197435" y="214313"/>
                </a:lnTo>
                <a:lnTo>
                  <a:pt x="111710" y="128588"/>
                </a:lnTo>
                <a:close/>
                <a:moveTo>
                  <a:pt x="57150" y="128588"/>
                </a:moveTo>
                <a:cubicBezTo>
                  <a:pt x="25584" y="128588"/>
                  <a:pt x="0" y="154171"/>
                  <a:pt x="0" y="185738"/>
                </a:cubicBezTo>
                <a:lnTo>
                  <a:pt x="0" y="200025"/>
                </a:lnTo>
                <a:cubicBezTo>
                  <a:pt x="0" y="207928"/>
                  <a:pt x="6385" y="214313"/>
                  <a:pt x="14288" y="214313"/>
                </a:cubicBezTo>
                <a:lnTo>
                  <a:pt x="52998" y="214313"/>
                </a:lnTo>
                <a:cubicBezTo>
                  <a:pt x="51078" y="209937"/>
                  <a:pt x="50006" y="205115"/>
                  <a:pt x="50006" y="200025"/>
                </a:cubicBezTo>
                <a:lnTo>
                  <a:pt x="50006" y="192881"/>
                </a:lnTo>
                <a:cubicBezTo>
                  <a:pt x="50006" y="169128"/>
                  <a:pt x="58936" y="147429"/>
                  <a:pt x="73625" y="130999"/>
                </a:cubicBezTo>
                <a:cubicBezTo>
                  <a:pt x="68401" y="129436"/>
                  <a:pt x="62865" y="128588"/>
                  <a:pt x="57150" y="128588"/>
                </a:cubicBezTo>
                <a:close/>
                <a:moveTo>
                  <a:pt x="275034" y="71438"/>
                </a:moveTo>
                <a:cubicBezTo>
                  <a:pt x="275034" y="53695"/>
                  <a:pt x="260630" y="39291"/>
                  <a:pt x="242888" y="39291"/>
                </a:cubicBezTo>
                <a:cubicBezTo>
                  <a:pt x="225145" y="39291"/>
                  <a:pt x="210741" y="53695"/>
                  <a:pt x="210741" y="71438"/>
                </a:cubicBezTo>
                <a:cubicBezTo>
                  <a:pt x="210741" y="89180"/>
                  <a:pt x="225145" y="103584"/>
                  <a:pt x="242888" y="103584"/>
                </a:cubicBezTo>
                <a:cubicBezTo>
                  <a:pt x="260630" y="103584"/>
                  <a:pt x="275034" y="89180"/>
                  <a:pt x="275034" y="71438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9" name="Text 17"/>
          <p:cNvSpPr/>
          <p:nvPr/>
        </p:nvSpPr>
        <p:spPr>
          <a:xfrm>
            <a:off x="7131312" y="2310982"/>
            <a:ext cx="4562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Generic Solutions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131312" y="2691769"/>
            <a:ext cx="45243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YouTube tutorials offer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one-size-fits-all advice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without personalized analysis of individual biomechanics and specific form issues.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213681" y="3882607"/>
            <a:ext cx="5597979" cy="1702254"/>
          </a:xfrm>
          <a:custGeom>
            <a:avLst/>
            <a:gdLst/>
            <a:ahLst/>
            <a:cxnLst/>
            <a:rect l="l" t="t" r="r" b="b"/>
            <a:pathLst>
              <a:path w="5597979" h="1702254">
                <a:moveTo>
                  <a:pt x="114306" y="0"/>
                </a:moveTo>
                <a:lnTo>
                  <a:pt x="5483672" y="0"/>
                </a:lnTo>
                <a:cubicBezTo>
                  <a:pt x="5546802" y="0"/>
                  <a:pt x="5597979" y="51177"/>
                  <a:pt x="5597979" y="114306"/>
                </a:cubicBezTo>
                <a:lnTo>
                  <a:pt x="5597979" y="1587947"/>
                </a:lnTo>
                <a:cubicBezTo>
                  <a:pt x="5597979" y="1651077"/>
                  <a:pt x="5546802" y="1702254"/>
                  <a:pt x="5483672" y="1702254"/>
                </a:cubicBezTo>
                <a:lnTo>
                  <a:pt x="114306" y="1702254"/>
                </a:lnTo>
                <a:cubicBezTo>
                  <a:pt x="51177" y="1702254"/>
                  <a:pt x="0" y="1651077"/>
                  <a:pt x="0" y="1587947"/>
                </a:cubicBezTo>
                <a:lnTo>
                  <a:pt x="0" y="114306"/>
                </a:lnTo>
                <a:cubicBezTo>
                  <a:pt x="0" y="51219"/>
                  <a:pt x="51219" y="0"/>
                  <a:pt x="114306" y="0"/>
                </a:cubicBezTo>
                <a:close/>
              </a:path>
            </a:pathLst>
          </a:custGeom>
          <a:solidFill>
            <a:srgbClr val="262626"/>
          </a:solidFill>
          <a:ln w="9071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45640" y="4295074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597955" y="444741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63949" y="184175"/>
                </a:moveTo>
                <a:lnTo>
                  <a:pt x="44425" y="64651"/>
                </a:lnTo>
                <a:cubicBezTo>
                  <a:pt x="34424" y="78671"/>
                  <a:pt x="28575" y="95816"/>
                  <a:pt x="28575" y="114300"/>
                </a:cubicBezTo>
                <a:cubicBezTo>
                  <a:pt x="28575" y="161627"/>
                  <a:pt x="66973" y="200025"/>
                  <a:pt x="114300" y="200025"/>
                </a:cubicBezTo>
                <a:cubicBezTo>
                  <a:pt x="132829" y="200025"/>
                  <a:pt x="149974" y="194176"/>
                  <a:pt x="163949" y="184175"/>
                </a:cubicBezTo>
                <a:close/>
                <a:moveTo>
                  <a:pt x="184175" y="163949"/>
                </a:moveTo>
                <a:cubicBezTo>
                  <a:pt x="194176" y="149929"/>
                  <a:pt x="200025" y="132784"/>
                  <a:pt x="200025" y="114300"/>
                </a:cubicBezTo>
                <a:cubicBezTo>
                  <a:pt x="200025" y="66973"/>
                  <a:pt x="161627" y="28575"/>
                  <a:pt x="114300" y="28575"/>
                </a:cubicBezTo>
                <a:cubicBezTo>
                  <a:pt x="95771" y="28575"/>
                  <a:pt x="78626" y="34424"/>
                  <a:pt x="64651" y="44425"/>
                </a:cubicBezTo>
                <a:lnTo>
                  <a:pt x="184175" y="163949"/>
                </a:lnTo>
                <a:close/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4" name="Text 22"/>
          <p:cNvSpPr/>
          <p:nvPr/>
        </p:nvSpPr>
        <p:spPr>
          <a:xfrm>
            <a:off x="7131312" y="4295074"/>
            <a:ext cx="4562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 Feedback Loop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131312" y="4675861"/>
            <a:ext cx="45243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Athletes practice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blind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without knowing what they're doing wrong or how to improve specific aspects of their technique.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84402" y="5819074"/>
            <a:ext cx="11427279" cy="654504"/>
          </a:xfrm>
          <a:custGeom>
            <a:avLst/>
            <a:gdLst/>
            <a:ahLst/>
            <a:cxnLst/>
            <a:rect l="l" t="t" r="r" b="b"/>
            <a:pathLst>
              <a:path w="11427279" h="654504">
                <a:moveTo>
                  <a:pt x="114303" y="0"/>
                </a:moveTo>
                <a:lnTo>
                  <a:pt x="11312976" y="0"/>
                </a:lnTo>
                <a:cubicBezTo>
                  <a:pt x="11376104" y="0"/>
                  <a:pt x="11427279" y="51175"/>
                  <a:pt x="11427279" y="114303"/>
                </a:cubicBezTo>
                <a:lnTo>
                  <a:pt x="11427279" y="540201"/>
                </a:lnTo>
                <a:cubicBezTo>
                  <a:pt x="11427279" y="603329"/>
                  <a:pt x="11376104" y="654504"/>
                  <a:pt x="11312976" y="654504"/>
                </a:cubicBezTo>
                <a:lnTo>
                  <a:pt x="114303" y="654504"/>
                </a:lnTo>
                <a:cubicBezTo>
                  <a:pt x="51175" y="654504"/>
                  <a:pt x="0" y="603329"/>
                  <a:pt x="0" y="540201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 w="9071">
            <a:solidFill>
              <a:srgbClr val="6366F1">
                <a:alpha val="30196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043410" y="6051033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0" y="80367"/>
                </a:moveTo>
                <a:cubicBezTo>
                  <a:pt x="0" y="55699"/>
                  <a:pt x="19980" y="35719"/>
                  <a:pt x="44648" y="35719"/>
                </a:cubicBezTo>
                <a:lnTo>
                  <a:pt x="47625" y="35719"/>
                </a:lnTo>
                <a:cubicBezTo>
                  <a:pt x="54211" y="35719"/>
                  <a:pt x="59531" y="41039"/>
                  <a:pt x="59531" y="47625"/>
                </a:cubicBezTo>
                <a:cubicBezTo>
                  <a:pt x="59531" y="54211"/>
                  <a:pt x="54211" y="59531"/>
                  <a:pt x="47625" y="59531"/>
                </a:cubicBezTo>
                <a:lnTo>
                  <a:pt x="44648" y="59531"/>
                </a:lnTo>
                <a:cubicBezTo>
                  <a:pt x="33151" y="59531"/>
                  <a:pt x="23812" y="68870"/>
                  <a:pt x="23812" y="80367"/>
                </a:cubicBezTo>
                <a:lnTo>
                  <a:pt x="23812" y="83344"/>
                </a:lnTo>
                <a:lnTo>
                  <a:pt x="47625" y="83344"/>
                </a:lnTo>
                <a:cubicBezTo>
                  <a:pt x="60759" y="83344"/>
                  <a:pt x="71438" y="94022"/>
                  <a:pt x="71438" y="107156"/>
                </a:cubicBezTo>
                <a:lnTo>
                  <a:pt x="71438" y="130969"/>
                </a:lnTo>
                <a:cubicBezTo>
                  <a:pt x="71438" y="144103"/>
                  <a:pt x="60759" y="154781"/>
                  <a:pt x="47625" y="154781"/>
                </a:cubicBezTo>
                <a:lnTo>
                  <a:pt x="23812" y="154781"/>
                </a:lnTo>
                <a:cubicBezTo>
                  <a:pt x="10678" y="154781"/>
                  <a:pt x="0" y="144103"/>
                  <a:pt x="0" y="130969"/>
                </a:cubicBezTo>
                <a:lnTo>
                  <a:pt x="0" y="80367"/>
                </a:lnTo>
                <a:close/>
                <a:moveTo>
                  <a:pt x="95250" y="80367"/>
                </a:moveTo>
                <a:cubicBezTo>
                  <a:pt x="95250" y="55699"/>
                  <a:pt x="115230" y="35719"/>
                  <a:pt x="139898" y="35719"/>
                </a:cubicBezTo>
                <a:lnTo>
                  <a:pt x="142875" y="35719"/>
                </a:lnTo>
                <a:cubicBezTo>
                  <a:pt x="149461" y="35719"/>
                  <a:pt x="154781" y="41039"/>
                  <a:pt x="154781" y="47625"/>
                </a:cubicBezTo>
                <a:cubicBezTo>
                  <a:pt x="154781" y="54211"/>
                  <a:pt x="149461" y="59531"/>
                  <a:pt x="142875" y="59531"/>
                </a:cubicBezTo>
                <a:lnTo>
                  <a:pt x="139898" y="59531"/>
                </a:lnTo>
                <a:cubicBezTo>
                  <a:pt x="128401" y="59531"/>
                  <a:pt x="119063" y="68870"/>
                  <a:pt x="119063" y="80367"/>
                </a:cubicBezTo>
                <a:lnTo>
                  <a:pt x="119063" y="83344"/>
                </a:lnTo>
                <a:lnTo>
                  <a:pt x="142875" y="83344"/>
                </a:lnTo>
                <a:cubicBezTo>
                  <a:pt x="156009" y="83344"/>
                  <a:pt x="166688" y="94022"/>
                  <a:pt x="166688" y="107156"/>
                </a:cubicBezTo>
                <a:lnTo>
                  <a:pt x="166688" y="130969"/>
                </a:lnTo>
                <a:cubicBezTo>
                  <a:pt x="166688" y="144103"/>
                  <a:pt x="156009" y="154781"/>
                  <a:pt x="142875" y="154781"/>
                </a:cubicBezTo>
                <a:lnTo>
                  <a:pt x="119063" y="154781"/>
                </a:lnTo>
                <a:cubicBezTo>
                  <a:pt x="105928" y="154781"/>
                  <a:pt x="95250" y="144103"/>
                  <a:pt x="95250" y="130969"/>
                </a:cubicBezTo>
                <a:lnTo>
                  <a:pt x="95250" y="80367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8" name="Text 26"/>
          <p:cNvSpPr/>
          <p:nvPr/>
        </p:nvSpPr>
        <p:spPr>
          <a:xfrm>
            <a:off x="2317233" y="6012975"/>
            <a:ext cx="7553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"Every athlete deserves access to professional-level analysis, regardless of their budget or location."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9981797" y="6051033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66688" y="110133"/>
                </a:moveTo>
                <a:cubicBezTo>
                  <a:pt x="166688" y="134801"/>
                  <a:pt x="146707" y="154781"/>
                  <a:pt x="122039" y="154781"/>
                </a:cubicBezTo>
                <a:lnTo>
                  <a:pt x="119063" y="154781"/>
                </a:lnTo>
                <a:cubicBezTo>
                  <a:pt x="112477" y="154781"/>
                  <a:pt x="107156" y="149461"/>
                  <a:pt x="107156" y="142875"/>
                </a:cubicBezTo>
                <a:cubicBezTo>
                  <a:pt x="107156" y="136289"/>
                  <a:pt x="112477" y="130969"/>
                  <a:pt x="119063" y="130969"/>
                </a:cubicBezTo>
                <a:lnTo>
                  <a:pt x="122039" y="130969"/>
                </a:lnTo>
                <a:cubicBezTo>
                  <a:pt x="133536" y="130969"/>
                  <a:pt x="142875" y="121630"/>
                  <a:pt x="142875" y="110133"/>
                </a:cubicBezTo>
                <a:lnTo>
                  <a:pt x="142875" y="107156"/>
                </a:lnTo>
                <a:lnTo>
                  <a:pt x="119063" y="107156"/>
                </a:lnTo>
                <a:cubicBezTo>
                  <a:pt x="105928" y="107156"/>
                  <a:pt x="95250" y="96478"/>
                  <a:pt x="95250" y="83344"/>
                </a:cubicBezTo>
                <a:lnTo>
                  <a:pt x="95250" y="59531"/>
                </a:lnTo>
                <a:cubicBezTo>
                  <a:pt x="95250" y="46397"/>
                  <a:pt x="105928" y="35719"/>
                  <a:pt x="119063" y="35719"/>
                </a:cubicBezTo>
                <a:lnTo>
                  <a:pt x="142875" y="35719"/>
                </a:lnTo>
                <a:cubicBezTo>
                  <a:pt x="156009" y="35719"/>
                  <a:pt x="166688" y="46397"/>
                  <a:pt x="166688" y="59531"/>
                </a:cubicBezTo>
                <a:lnTo>
                  <a:pt x="166688" y="110133"/>
                </a:lnTo>
                <a:close/>
                <a:moveTo>
                  <a:pt x="71438" y="110133"/>
                </a:moveTo>
                <a:cubicBezTo>
                  <a:pt x="71438" y="134801"/>
                  <a:pt x="51457" y="154781"/>
                  <a:pt x="26789" y="154781"/>
                </a:cubicBezTo>
                <a:lnTo>
                  <a:pt x="23812" y="154781"/>
                </a:lnTo>
                <a:cubicBezTo>
                  <a:pt x="17227" y="154781"/>
                  <a:pt x="11906" y="149461"/>
                  <a:pt x="11906" y="142875"/>
                </a:cubicBezTo>
                <a:cubicBezTo>
                  <a:pt x="11906" y="136289"/>
                  <a:pt x="17227" y="130969"/>
                  <a:pt x="23812" y="130969"/>
                </a:cubicBezTo>
                <a:lnTo>
                  <a:pt x="26789" y="130969"/>
                </a:lnTo>
                <a:cubicBezTo>
                  <a:pt x="38286" y="130969"/>
                  <a:pt x="47625" y="121630"/>
                  <a:pt x="47625" y="110133"/>
                </a:cubicBezTo>
                <a:lnTo>
                  <a:pt x="47625" y="107156"/>
                </a:lnTo>
                <a:lnTo>
                  <a:pt x="23812" y="107156"/>
                </a:lnTo>
                <a:cubicBezTo>
                  <a:pt x="10678" y="107156"/>
                  <a:pt x="0" y="96478"/>
                  <a:pt x="0" y="83344"/>
                </a:cubicBezTo>
                <a:lnTo>
                  <a:pt x="0" y="59531"/>
                </a:lnTo>
                <a:cubicBezTo>
                  <a:pt x="0" y="46397"/>
                  <a:pt x="10678" y="35719"/>
                  <a:pt x="23812" y="35719"/>
                </a:cubicBezTo>
                <a:lnTo>
                  <a:pt x="47625" y="35719"/>
                </a:lnTo>
                <a:cubicBezTo>
                  <a:pt x="60759" y="35719"/>
                  <a:pt x="71438" y="46397"/>
                  <a:pt x="71438" y="59531"/>
                </a:cubicBezTo>
                <a:lnTo>
                  <a:pt x="71438" y="110133"/>
                </a:lnTo>
                <a:close/>
              </a:path>
            </a:pathLst>
          </a:custGeom>
          <a:solidFill>
            <a:srgbClr val="6366F1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8100" cy="304800"/>
          </a:xfrm>
          <a:custGeom>
            <a:avLst/>
            <a:gdLst/>
            <a:ahLst/>
            <a:cxnLst/>
            <a:rect l="l" t="t" r="r" b="b"/>
            <a:pathLst>
              <a:path w="38100" h="304800">
                <a:moveTo>
                  <a:pt x="0" y="0"/>
                </a:moveTo>
                <a:lnTo>
                  <a:pt x="38100" y="0"/>
                </a:lnTo>
                <a:lnTo>
                  <a:pt x="381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533336" y="438193"/>
            <a:ext cx="1085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Solution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838115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Democratizing Sports Analysis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1409615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Professional-grade biomechanical analysis for every athlete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4402" y="1908189"/>
            <a:ext cx="6150429" cy="1378404"/>
          </a:xfrm>
          <a:custGeom>
            <a:avLst/>
            <a:gdLst/>
            <a:ahLst/>
            <a:cxnLst/>
            <a:rect l="l" t="t" r="r" b="b"/>
            <a:pathLst>
              <a:path w="6150429" h="1378404">
                <a:moveTo>
                  <a:pt x="114297" y="0"/>
                </a:moveTo>
                <a:lnTo>
                  <a:pt x="6036131" y="0"/>
                </a:lnTo>
                <a:cubicBezTo>
                  <a:pt x="6099256" y="0"/>
                  <a:pt x="6150429" y="51173"/>
                  <a:pt x="6150429" y="114297"/>
                </a:cubicBezTo>
                <a:lnTo>
                  <a:pt x="6150429" y="1264106"/>
                </a:lnTo>
                <a:cubicBezTo>
                  <a:pt x="6150429" y="1327231"/>
                  <a:pt x="6099256" y="1378404"/>
                  <a:pt x="6036131" y="1378404"/>
                </a:cubicBezTo>
                <a:lnTo>
                  <a:pt x="114297" y="1378404"/>
                </a:lnTo>
                <a:cubicBezTo>
                  <a:pt x="51173" y="1378404"/>
                  <a:pt x="0" y="1327231"/>
                  <a:pt x="0" y="1264106"/>
                </a:cubicBezTo>
                <a:lnTo>
                  <a:pt x="0" y="114297"/>
                </a:lnTo>
                <a:cubicBezTo>
                  <a:pt x="0" y="51215"/>
                  <a:pt x="51215" y="0"/>
                  <a:pt x="114297" y="0"/>
                </a:cubicBezTo>
                <a:close/>
              </a:path>
            </a:pathLst>
          </a:custGeom>
          <a:solidFill>
            <a:srgbClr val="262626"/>
          </a:solidFill>
          <a:ln w="9071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8304" y="2102091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8" name="Shape 6"/>
          <p:cNvSpPr/>
          <p:nvPr/>
        </p:nvSpPr>
        <p:spPr>
          <a:xfrm>
            <a:off x="680697" y="2206803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50019" y="85725"/>
                </a:moveTo>
                <a:cubicBezTo>
                  <a:pt x="150019" y="50240"/>
                  <a:pt x="121210" y="21431"/>
                  <a:pt x="85725" y="21431"/>
                </a:cubicBezTo>
                <a:cubicBezTo>
                  <a:pt x="50240" y="21431"/>
                  <a:pt x="21431" y="50240"/>
                  <a:pt x="21431" y="85725"/>
                </a:cubicBezTo>
                <a:cubicBezTo>
                  <a:pt x="21431" y="121210"/>
                  <a:pt x="50240" y="150019"/>
                  <a:pt x="85725" y="150019"/>
                </a:cubicBezTo>
                <a:cubicBezTo>
                  <a:pt x="121210" y="150019"/>
                  <a:pt x="150019" y="121210"/>
                  <a:pt x="150019" y="85725"/>
                </a:cubicBezTo>
                <a:close/>
                <a:moveTo>
                  <a:pt x="0" y="85725"/>
                </a:moveTo>
                <a:cubicBezTo>
                  <a:pt x="0" y="38412"/>
                  <a:pt x="38412" y="0"/>
                  <a:pt x="85725" y="0"/>
                </a:cubicBezTo>
                <a:cubicBezTo>
                  <a:pt x="133038" y="0"/>
                  <a:pt x="171450" y="38412"/>
                  <a:pt x="171450" y="85725"/>
                </a:cubicBezTo>
                <a:cubicBezTo>
                  <a:pt x="171450" y="133038"/>
                  <a:pt x="133038" y="171450"/>
                  <a:pt x="85725" y="171450"/>
                </a:cubicBezTo>
                <a:cubicBezTo>
                  <a:pt x="38412" y="171450"/>
                  <a:pt x="0" y="133038"/>
                  <a:pt x="0" y="85725"/>
                </a:cubicBezTo>
                <a:close/>
                <a:moveTo>
                  <a:pt x="85725" y="112514"/>
                </a:moveTo>
                <a:cubicBezTo>
                  <a:pt x="100510" y="112514"/>
                  <a:pt x="112514" y="100510"/>
                  <a:pt x="112514" y="85725"/>
                </a:cubicBezTo>
                <a:cubicBezTo>
                  <a:pt x="112514" y="70940"/>
                  <a:pt x="100510" y="58936"/>
                  <a:pt x="85725" y="58936"/>
                </a:cubicBezTo>
                <a:cubicBezTo>
                  <a:pt x="70940" y="58936"/>
                  <a:pt x="58936" y="70940"/>
                  <a:pt x="58936" y="85725"/>
                </a:cubicBezTo>
                <a:cubicBezTo>
                  <a:pt x="58936" y="100510"/>
                  <a:pt x="70940" y="112514"/>
                  <a:pt x="85725" y="112514"/>
                </a:cubicBezTo>
                <a:close/>
                <a:moveTo>
                  <a:pt x="85725" y="37505"/>
                </a:moveTo>
                <a:cubicBezTo>
                  <a:pt x="112339" y="37505"/>
                  <a:pt x="133945" y="59111"/>
                  <a:pt x="133945" y="85725"/>
                </a:cubicBezTo>
                <a:cubicBezTo>
                  <a:pt x="133945" y="112339"/>
                  <a:pt x="112339" y="133945"/>
                  <a:pt x="85725" y="133945"/>
                </a:cubicBezTo>
                <a:cubicBezTo>
                  <a:pt x="59111" y="133945"/>
                  <a:pt x="37505" y="112339"/>
                  <a:pt x="37505" y="85725"/>
                </a:cubicBezTo>
                <a:cubicBezTo>
                  <a:pt x="37505" y="59111"/>
                  <a:pt x="59111" y="37505"/>
                  <a:pt x="85725" y="37505"/>
                </a:cubicBezTo>
                <a:close/>
                <a:moveTo>
                  <a:pt x="75009" y="85725"/>
                </a:moveTo>
                <a:cubicBezTo>
                  <a:pt x="75009" y="79811"/>
                  <a:pt x="79811" y="75009"/>
                  <a:pt x="85725" y="75009"/>
                </a:cubicBezTo>
                <a:cubicBezTo>
                  <a:pt x="91639" y="75009"/>
                  <a:pt x="96441" y="79811"/>
                  <a:pt x="96441" y="85725"/>
                </a:cubicBezTo>
                <a:cubicBezTo>
                  <a:pt x="96441" y="91639"/>
                  <a:pt x="91639" y="96441"/>
                  <a:pt x="85725" y="96441"/>
                </a:cubicBezTo>
                <a:cubicBezTo>
                  <a:pt x="79811" y="96441"/>
                  <a:pt x="75009" y="91639"/>
                  <a:pt x="75009" y="8572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073582" y="2140254"/>
            <a:ext cx="24669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FormCheck AI?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8304" y="2597369"/>
            <a:ext cx="58388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lightweight web app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that brings professional-grade biomechanical analysis to every athlete. No expensive equipment. No hourly rates. Just instant, actionable feedback.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84402" y="3445796"/>
            <a:ext cx="6150429" cy="3131004"/>
          </a:xfrm>
          <a:custGeom>
            <a:avLst/>
            <a:gdLst/>
            <a:ahLst/>
            <a:cxnLst/>
            <a:rect l="l" t="t" r="r" b="b"/>
            <a:pathLst>
              <a:path w="6150429" h="3131004">
                <a:moveTo>
                  <a:pt x="114313" y="0"/>
                </a:moveTo>
                <a:lnTo>
                  <a:pt x="6036116" y="0"/>
                </a:lnTo>
                <a:cubicBezTo>
                  <a:pt x="6099249" y="0"/>
                  <a:pt x="6150429" y="51180"/>
                  <a:pt x="6150429" y="114313"/>
                </a:cubicBezTo>
                <a:lnTo>
                  <a:pt x="6150429" y="3016691"/>
                </a:lnTo>
                <a:cubicBezTo>
                  <a:pt x="6150429" y="3079824"/>
                  <a:pt x="6099249" y="3131004"/>
                  <a:pt x="6036116" y="3131004"/>
                </a:cubicBezTo>
                <a:lnTo>
                  <a:pt x="114313" y="3131004"/>
                </a:lnTo>
                <a:cubicBezTo>
                  <a:pt x="51180" y="3131004"/>
                  <a:pt x="0" y="3079824"/>
                  <a:pt x="0" y="3016691"/>
                </a:cubicBezTo>
                <a:lnTo>
                  <a:pt x="0" y="114313"/>
                </a:lnTo>
                <a:cubicBezTo>
                  <a:pt x="0" y="51222"/>
                  <a:pt x="51222" y="0"/>
                  <a:pt x="114313" y="0"/>
                </a:cubicBezTo>
                <a:close/>
              </a:path>
            </a:pathLst>
          </a:custGeom>
          <a:solidFill>
            <a:srgbClr val="262626"/>
          </a:solidFill>
          <a:ln w="9071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2116" y="3677756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48270" y="4539"/>
                </a:moveTo>
                <a:lnTo>
                  <a:pt x="115453" y="37356"/>
                </a:lnTo>
                <a:lnTo>
                  <a:pt x="153144" y="75047"/>
                </a:lnTo>
                <a:lnTo>
                  <a:pt x="185961" y="42230"/>
                </a:lnTo>
                <a:cubicBezTo>
                  <a:pt x="188863" y="39291"/>
                  <a:pt x="190500" y="35347"/>
                  <a:pt x="190500" y="31254"/>
                </a:cubicBezTo>
                <a:cubicBezTo>
                  <a:pt x="190500" y="27161"/>
                  <a:pt x="188863" y="23217"/>
                  <a:pt x="185961" y="20278"/>
                </a:cubicBezTo>
                <a:lnTo>
                  <a:pt x="170222" y="4539"/>
                </a:lnTo>
                <a:cubicBezTo>
                  <a:pt x="167283" y="1637"/>
                  <a:pt x="163339" y="0"/>
                  <a:pt x="159246" y="0"/>
                </a:cubicBezTo>
                <a:cubicBezTo>
                  <a:pt x="155153" y="0"/>
                  <a:pt x="151209" y="1637"/>
                  <a:pt x="148270" y="4539"/>
                </a:cubicBezTo>
                <a:close/>
                <a:moveTo>
                  <a:pt x="102840" y="49969"/>
                </a:moveTo>
                <a:lnTo>
                  <a:pt x="4539" y="148270"/>
                </a:lnTo>
                <a:cubicBezTo>
                  <a:pt x="1637" y="151209"/>
                  <a:pt x="0" y="155153"/>
                  <a:pt x="0" y="159246"/>
                </a:cubicBezTo>
                <a:cubicBezTo>
                  <a:pt x="0" y="163339"/>
                  <a:pt x="1637" y="167283"/>
                  <a:pt x="4539" y="170222"/>
                </a:cubicBezTo>
                <a:lnTo>
                  <a:pt x="20278" y="185961"/>
                </a:lnTo>
                <a:cubicBezTo>
                  <a:pt x="23217" y="188863"/>
                  <a:pt x="27161" y="190500"/>
                  <a:pt x="31254" y="190500"/>
                </a:cubicBezTo>
                <a:cubicBezTo>
                  <a:pt x="35347" y="190500"/>
                  <a:pt x="39291" y="188863"/>
                  <a:pt x="42230" y="185961"/>
                </a:cubicBezTo>
                <a:lnTo>
                  <a:pt x="140531" y="87660"/>
                </a:lnTo>
                <a:lnTo>
                  <a:pt x="102840" y="49969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3" name="Text 11"/>
          <p:cNvSpPr/>
          <p:nvPr/>
        </p:nvSpPr>
        <p:spPr>
          <a:xfrm>
            <a:off x="816429" y="3639699"/>
            <a:ext cx="5619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Features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78304" y="4096707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674680" y="4182389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6" name="Text 14"/>
          <p:cNvSpPr/>
          <p:nvPr/>
        </p:nvSpPr>
        <p:spPr>
          <a:xfrm>
            <a:off x="997361" y="4058650"/>
            <a:ext cx="4772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Skeletal Tracking Overlay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97361" y="4325371"/>
            <a:ext cx="476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 representation of body positioning throughout the entire motion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78304" y="4706371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674680" y="4792054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0" name="Text 18"/>
          <p:cNvSpPr/>
          <p:nvPr/>
        </p:nvSpPr>
        <p:spPr>
          <a:xfrm>
            <a:off x="997361" y="4668313"/>
            <a:ext cx="4476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Precise Joint Angle Measurement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97361" y="4935034"/>
            <a:ext cx="4467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Calculates critical angles at key moments (elbow, knee, hip, ankle)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78304" y="5316034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74680" y="5401717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4" name="Text 22"/>
          <p:cNvSpPr/>
          <p:nvPr/>
        </p:nvSpPr>
        <p:spPr>
          <a:xfrm>
            <a:off x="997361" y="5277978"/>
            <a:ext cx="3990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Actionable Feedback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97361" y="5544699"/>
            <a:ext cx="3981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Specific suggestions like "elbow angle too tight on release"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78304" y="5925699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674680" y="601138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8" name="Text 26"/>
          <p:cNvSpPr/>
          <p:nvPr/>
        </p:nvSpPr>
        <p:spPr>
          <a:xfrm>
            <a:off x="997361" y="5887641"/>
            <a:ext cx="4619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Zero Hardware Required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97361" y="6154362"/>
            <a:ext cx="4610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Works with any smartphone video - no sensors or special equipment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773700" y="1908189"/>
            <a:ext cx="5036004" cy="2835729"/>
          </a:xfrm>
          <a:custGeom>
            <a:avLst/>
            <a:gdLst/>
            <a:ahLst/>
            <a:cxnLst/>
            <a:rect l="l" t="t" r="r" b="b"/>
            <a:pathLst>
              <a:path w="5036004" h="2835729">
                <a:moveTo>
                  <a:pt x="114308" y="0"/>
                </a:moveTo>
                <a:lnTo>
                  <a:pt x="4921695" y="0"/>
                </a:lnTo>
                <a:cubicBezTo>
                  <a:pt x="4984826" y="0"/>
                  <a:pt x="5036004" y="51178"/>
                  <a:pt x="5036004" y="114308"/>
                </a:cubicBezTo>
                <a:lnTo>
                  <a:pt x="5036004" y="2721420"/>
                </a:lnTo>
                <a:cubicBezTo>
                  <a:pt x="5036004" y="2784551"/>
                  <a:pt x="4984826" y="2835729"/>
                  <a:pt x="4921695" y="2835729"/>
                </a:cubicBezTo>
                <a:lnTo>
                  <a:pt x="114308" y="2835729"/>
                </a:lnTo>
                <a:cubicBezTo>
                  <a:pt x="51178" y="2835729"/>
                  <a:pt x="0" y="2784551"/>
                  <a:pt x="0" y="2721420"/>
                </a:cubicBezTo>
                <a:lnTo>
                  <a:pt x="0" y="114308"/>
                </a:lnTo>
                <a:cubicBezTo>
                  <a:pt x="0" y="51220"/>
                  <a:pt x="51220" y="0"/>
                  <a:pt x="114308" y="0"/>
                </a:cubicBezTo>
                <a:close/>
              </a:path>
            </a:pathLst>
          </a:custGeom>
          <a:solidFill>
            <a:srgbClr val="262626"/>
          </a:solidFill>
          <a:ln w="9071">
            <a:solidFill>
              <a:srgbClr val="333333"/>
            </a:solidFill>
            <a:prstDash val="solid"/>
          </a:ln>
        </p:spPr>
      </p:sp>
      <p:pic>
        <p:nvPicPr>
          <p:cNvPr id="31" name="Image 0" descr="https://kimi-web-img.moonshot.cn/img/cdn3.saiwa.ai/3beae1f81a74ab0eb4d199c8521251883e41513b.webp">    </p:cNvPr>
          <p:cNvPicPr>
            <a:picLocks noChangeAspect="1"/>
          </p:cNvPicPr>
          <p:nvPr/>
        </p:nvPicPr>
        <p:blipFill>
          <a:blip r:embed="rId1"/>
          <a:srcRect l="0" r="0" t="21875" b="21875"/>
          <a:stretch/>
        </p:blipFill>
        <p:spPr>
          <a:xfrm>
            <a:off x="6777101" y="1911591"/>
            <a:ext cx="5029200" cy="2828925"/>
          </a:xfrm>
          <a:prstGeom prst="roundRect">
            <a:avLst>
              <a:gd name="adj" fmla="val 4040"/>
            </a:avLst>
          </a:prstGeom>
        </p:spPr>
      </p:pic>
      <p:sp>
        <p:nvSpPr>
          <p:cNvPr id="32" name="Shape 29"/>
          <p:cNvSpPr/>
          <p:nvPr/>
        </p:nvSpPr>
        <p:spPr>
          <a:xfrm>
            <a:off x="6777101" y="1911591"/>
            <a:ext cx="5029200" cy="2828925"/>
          </a:xfrm>
          <a:custGeom>
            <a:avLst/>
            <a:gdLst/>
            <a:ahLst/>
            <a:cxnLst/>
            <a:rect l="l" t="t" r="r" b="b"/>
            <a:pathLst>
              <a:path w="5029200" h="2828925">
                <a:moveTo>
                  <a:pt x="0" y="0"/>
                </a:moveTo>
                <a:lnTo>
                  <a:pt x="5029200" y="0"/>
                </a:lnTo>
                <a:lnTo>
                  <a:pt x="5029200" y="2828925"/>
                </a:lnTo>
                <a:lnTo>
                  <a:pt x="0" y="2828925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91919"/>
              </a:gs>
              <a:gs pos="50000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/>
        </p:spPr>
      </p:sp>
      <p:sp>
        <p:nvSpPr>
          <p:cNvPr id="33" name="Text 30"/>
          <p:cNvSpPr/>
          <p:nvPr/>
        </p:nvSpPr>
        <p:spPr>
          <a:xfrm>
            <a:off x="6929438" y="4095113"/>
            <a:ext cx="4791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AI-Powered Analysis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6929438" y="4323564"/>
            <a:ext cx="4810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 skeletal tracking with 33 body landmarks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6773700" y="4905163"/>
            <a:ext cx="5036004" cy="1568904"/>
          </a:xfrm>
          <a:custGeom>
            <a:avLst/>
            <a:gdLst/>
            <a:ahLst/>
            <a:cxnLst/>
            <a:rect l="l" t="t" r="r" b="b"/>
            <a:pathLst>
              <a:path w="5036004" h="1568904">
                <a:moveTo>
                  <a:pt x="114295" y="0"/>
                </a:moveTo>
                <a:lnTo>
                  <a:pt x="4921709" y="0"/>
                </a:lnTo>
                <a:cubicBezTo>
                  <a:pt x="4984832" y="0"/>
                  <a:pt x="5036004" y="51171"/>
                  <a:pt x="5036004" y="114295"/>
                </a:cubicBezTo>
                <a:lnTo>
                  <a:pt x="5036004" y="1454609"/>
                </a:lnTo>
                <a:cubicBezTo>
                  <a:pt x="5036004" y="1517732"/>
                  <a:pt x="4984832" y="1568904"/>
                  <a:pt x="4921709" y="1568904"/>
                </a:cubicBezTo>
                <a:lnTo>
                  <a:pt x="114295" y="1568904"/>
                </a:lnTo>
                <a:cubicBezTo>
                  <a:pt x="51171" y="1568904"/>
                  <a:pt x="0" y="1517732"/>
                  <a:pt x="0" y="1454609"/>
                </a:cubicBezTo>
                <a:lnTo>
                  <a:pt x="0" y="114295"/>
                </a:lnTo>
                <a:cubicBezTo>
                  <a:pt x="0" y="51171"/>
                  <a:pt x="51171" y="0"/>
                  <a:pt x="114295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 w="9071">
            <a:solidFill>
              <a:srgbClr val="6366F1">
                <a:alpha val="30196"/>
              </a:srgbClr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929438" y="5060900"/>
            <a:ext cx="1419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Supported Sports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11480411" y="511798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42952" y="0"/>
                </a:moveTo>
                <a:lnTo>
                  <a:pt x="109627" y="0"/>
                </a:lnTo>
                <a:cubicBezTo>
                  <a:pt x="117515" y="0"/>
                  <a:pt x="123944" y="6489"/>
                  <a:pt x="123646" y="14347"/>
                </a:cubicBezTo>
                <a:cubicBezTo>
                  <a:pt x="123587" y="15925"/>
                  <a:pt x="123527" y="17502"/>
                  <a:pt x="123438" y="19050"/>
                </a:cubicBezTo>
                <a:lnTo>
                  <a:pt x="138202" y="19050"/>
                </a:lnTo>
                <a:cubicBezTo>
                  <a:pt x="145971" y="19050"/>
                  <a:pt x="152817" y="25479"/>
                  <a:pt x="152221" y="33873"/>
                </a:cubicBezTo>
                <a:cubicBezTo>
                  <a:pt x="149989" y="64740"/>
                  <a:pt x="134213" y="81707"/>
                  <a:pt x="117098" y="90577"/>
                </a:cubicBezTo>
                <a:cubicBezTo>
                  <a:pt x="112395" y="93018"/>
                  <a:pt x="107603" y="94833"/>
                  <a:pt x="103049" y="96173"/>
                </a:cubicBezTo>
                <a:cubicBezTo>
                  <a:pt x="97036" y="104686"/>
                  <a:pt x="90785" y="109180"/>
                  <a:pt x="85814" y="111591"/>
                </a:cubicBezTo>
                <a:lnTo>
                  <a:pt x="85814" y="133350"/>
                </a:lnTo>
                <a:lnTo>
                  <a:pt x="104864" y="133350"/>
                </a:lnTo>
                <a:cubicBezTo>
                  <a:pt x="110133" y="133350"/>
                  <a:pt x="114389" y="137606"/>
                  <a:pt x="114389" y="142875"/>
                </a:cubicBezTo>
                <a:cubicBezTo>
                  <a:pt x="114389" y="148144"/>
                  <a:pt x="110133" y="152400"/>
                  <a:pt x="104864" y="152400"/>
                </a:cubicBezTo>
                <a:lnTo>
                  <a:pt x="47714" y="152400"/>
                </a:lnTo>
                <a:cubicBezTo>
                  <a:pt x="42446" y="152400"/>
                  <a:pt x="38189" y="148144"/>
                  <a:pt x="38189" y="142875"/>
                </a:cubicBezTo>
                <a:cubicBezTo>
                  <a:pt x="38189" y="137606"/>
                  <a:pt x="42446" y="133350"/>
                  <a:pt x="47714" y="133350"/>
                </a:cubicBezTo>
                <a:lnTo>
                  <a:pt x="66764" y="133350"/>
                </a:lnTo>
                <a:lnTo>
                  <a:pt x="66764" y="111591"/>
                </a:lnTo>
                <a:cubicBezTo>
                  <a:pt x="62002" y="109299"/>
                  <a:pt x="56078" y="105043"/>
                  <a:pt x="50304" y="97215"/>
                </a:cubicBezTo>
                <a:cubicBezTo>
                  <a:pt x="44827" y="95786"/>
                  <a:pt x="38874" y="93613"/>
                  <a:pt x="33070" y="90339"/>
                </a:cubicBezTo>
                <a:cubicBezTo>
                  <a:pt x="16966" y="81320"/>
                  <a:pt x="2441" y="64324"/>
                  <a:pt x="357" y="33814"/>
                </a:cubicBezTo>
                <a:cubicBezTo>
                  <a:pt x="-208" y="25450"/>
                  <a:pt x="6608" y="19020"/>
                  <a:pt x="14377" y="19020"/>
                </a:cubicBezTo>
                <a:lnTo>
                  <a:pt x="29141" y="19020"/>
                </a:lnTo>
                <a:cubicBezTo>
                  <a:pt x="29051" y="17472"/>
                  <a:pt x="28992" y="15925"/>
                  <a:pt x="28932" y="14317"/>
                </a:cubicBezTo>
                <a:cubicBezTo>
                  <a:pt x="28635" y="6429"/>
                  <a:pt x="35064" y="-30"/>
                  <a:pt x="42952" y="-30"/>
                </a:cubicBezTo>
                <a:close/>
                <a:moveTo>
                  <a:pt x="30212" y="33338"/>
                </a:moveTo>
                <a:lnTo>
                  <a:pt x="14615" y="33338"/>
                </a:lnTo>
                <a:cubicBezTo>
                  <a:pt x="16460" y="58549"/>
                  <a:pt x="28039" y="71170"/>
                  <a:pt x="39975" y="77867"/>
                </a:cubicBezTo>
                <a:cubicBezTo>
                  <a:pt x="35689" y="66764"/>
                  <a:pt x="32147" y="52268"/>
                  <a:pt x="30212" y="33338"/>
                </a:cubicBezTo>
                <a:close/>
                <a:moveTo>
                  <a:pt x="113109" y="76438"/>
                </a:moveTo>
                <a:cubicBezTo>
                  <a:pt x="125164" y="69354"/>
                  <a:pt x="136059" y="56763"/>
                  <a:pt x="137904" y="33338"/>
                </a:cubicBezTo>
                <a:lnTo>
                  <a:pt x="122337" y="33338"/>
                </a:lnTo>
                <a:cubicBezTo>
                  <a:pt x="120491" y="51465"/>
                  <a:pt x="117157" y="65544"/>
                  <a:pt x="113109" y="76438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8" name="Shape 35"/>
          <p:cNvSpPr/>
          <p:nvPr/>
        </p:nvSpPr>
        <p:spPr>
          <a:xfrm>
            <a:off x="6929438" y="5441900"/>
            <a:ext cx="2305050" cy="876300"/>
          </a:xfrm>
          <a:custGeom>
            <a:avLst/>
            <a:gdLst/>
            <a:ahLst/>
            <a:cxnLst/>
            <a:rect l="l" t="t" r="r" b="b"/>
            <a:pathLst>
              <a:path w="2305050" h="876300">
                <a:moveTo>
                  <a:pt x="76203" y="0"/>
                </a:moveTo>
                <a:lnTo>
                  <a:pt x="2228847" y="0"/>
                </a:lnTo>
                <a:cubicBezTo>
                  <a:pt x="2270933" y="0"/>
                  <a:pt x="2305050" y="34117"/>
                  <a:pt x="2305050" y="76203"/>
                </a:cubicBezTo>
                <a:lnTo>
                  <a:pt x="2305050" y="800097"/>
                </a:lnTo>
                <a:cubicBezTo>
                  <a:pt x="2305050" y="842183"/>
                  <a:pt x="2270933" y="876300"/>
                  <a:pt x="2228847" y="876300"/>
                </a:cubicBezTo>
                <a:lnTo>
                  <a:pt x="76203" y="876300"/>
                </a:lnTo>
                <a:cubicBezTo>
                  <a:pt x="34117" y="876300"/>
                  <a:pt x="0" y="842183"/>
                  <a:pt x="0" y="8000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39" name="Shape 36"/>
          <p:cNvSpPr/>
          <p:nvPr/>
        </p:nvSpPr>
        <p:spPr>
          <a:xfrm>
            <a:off x="7967174" y="5556179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41389" y="26253"/>
                </a:moveTo>
                <a:lnTo>
                  <a:pt x="76393" y="61258"/>
                </a:lnTo>
                <a:cubicBezTo>
                  <a:pt x="84519" y="50096"/>
                  <a:pt x="89297" y="36299"/>
                  <a:pt x="89297" y="21431"/>
                </a:cubicBezTo>
                <a:cubicBezTo>
                  <a:pt x="89297" y="15136"/>
                  <a:pt x="88449" y="9064"/>
                  <a:pt x="86841" y="3304"/>
                </a:cubicBezTo>
                <a:cubicBezTo>
                  <a:pt x="69875" y="7501"/>
                  <a:pt x="54426" y="15448"/>
                  <a:pt x="41389" y="26253"/>
                </a:cubicBezTo>
                <a:close/>
                <a:moveTo>
                  <a:pt x="26253" y="41389"/>
                </a:moveTo>
                <a:cubicBezTo>
                  <a:pt x="15448" y="54426"/>
                  <a:pt x="7501" y="69875"/>
                  <a:pt x="3304" y="86841"/>
                </a:cubicBezTo>
                <a:cubicBezTo>
                  <a:pt x="9064" y="88449"/>
                  <a:pt x="15136" y="89297"/>
                  <a:pt x="21431" y="89297"/>
                </a:cubicBezTo>
                <a:cubicBezTo>
                  <a:pt x="36299" y="89297"/>
                  <a:pt x="50051" y="84519"/>
                  <a:pt x="61258" y="76393"/>
                </a:cubicBezTo>
                <a:lnTo>
                  <a:pt x="26253" y="41389"/>
                </a:lnTo>
                <a:close/>
                <a:moveTo>
                  <a:pt x="114300" y="0"/>
                </a:moveTo>
                <a:cubicBezTo>
                  <a:pt x="112246" y="0"/>
                  <a:pt x="110192" y="45"/>
                  <a:pt x="108183" y="179"/>
                </a:cubicBezTo>
                <a:cubicBezTo>
                  <a:pt x="109835" y="7010"/>
                  <a:pt x="110728" y="14109"/>
                  <a:pt x="110728" y="21431"/>
                </a:cubicBezTo>
                <a:cubicBezTo>
                  <a:pt x="110728" y="42237"/>
                  <a:pt x="103629" y="61347"/>
                  <a:pt x="91708" y="76527"/>
                </a:cubicBezTo>
                <a:lnTo>
                  <a:pt x="114300" y="99164"/>
                </a:lnTo>
                <a:lnTo>
                  <a:pt x="187211" y="26253"/>
                </a:lnTo>
                <a:cubicBezTo>
                  <a:pt x="167387" y="9867"/>
                  <a:pt x="142027" y="0"/>
                  <a:pt x="114300" y="0"/>
                </a:cubicBezTo>
                <a:close/>
                <a:moveTo>
                  <a:pt x="21431" y="110728"/>
                </a:moveTo>
                <a:cubicBezTo>
                  <a:pt x="14109" y="110728"/>
                  <a:pt x="6965" y="109835"/>
                  <a:pt x="179" y="108183"/>
                </a:cubicBezTo>
                <a:cubicBezTo>
                  <a:pt x="89" y="110192"/>
                  <a:pt x="0" y="112246"/>
                  <a:pt x="0" y="114300"/>
                </a:cubicBezTo>
                <a:cubicBezTo>
                  <a:pt x="0" y="142027"/>
                  <a:pt x="9867" y="167387"/>
                  <a:pt x="26253" y="187211"/>
                </a:cubicBezTo>
                <a:lnTo>
                  <a:pt x="99164" y="114300"/>
                </a:lnTo>
                <a:lnTo>
                  <a:pt x="76527" y="91708"/>
                </a:lnTo>
                <a:cubicBezTo>
                  <a:pt x="61347" y="103629"/>
                  <a:pt x="42237" y="110728"/>
                  <a:pt x="21431" y="110728"/>
                </a:cubicBezTo>
                <a:close/>
                <a:moveTo>
                  <a:pt x="228421" y="120417"/>
                </a:moveTo>
                <a:cubicBezTo>
                  <a:pt x="228511" y="118408"/>
                  <a:pt x="228600" y="116354"/>
                  <a:pt x="228600" y="114300"/>
                </a:cubicBezTo>
                <a:cubicBezTo>
                  <a:pt x="228600" y="86573"/>
                  <a:pt x="218733" y="61213"/>
                  <a:pt x="202347" y="41389"/>
                </a:cubicBezTo>
                <a:lnTo>
                  <a:pt x="129436" y="114300"/>
                </a:lnTo>
                <a:lnTo>
                  <a:pt x="152073" y="136892"/>
                </a:lnTo>
                <a:cubicBezTo>
                  <a:pt x="167253" y="124971"/>
                  <a:pt x="186407" y="117872"/>
                  <a:pt x="207169" y="117872"/>
                </a:cubicBezTo>
                <a:cubicBezTo>
                  <a:pt x="214491" y="117872"/>
                  <a:pt x="221635" y="118765"/>
                  <a:pt x="228421" y="120417"/>
                </a:cubicBezTo>
                <a:close/>
                <a:moveTo>
                  <a:pt x="225251" y="141759"/>
                </a:moveTo>
                <a:cubicBezTo>
                  <a:pt x="219492" y="140151"/>
                  <a:pt x="213420" y="139303"/>
                  <a:pt x="207124" y="139303"/>
                </a:cubicBezTo>
                <a:cubicBezTo>
                  <a:pt x="192256" y="139303"/>
                  <a:pt x="178504" y="144081"/>
                  <a:pt x="167298" y="152207"/>
                </a:cubicBezTo>
                <a:lnTo>
                  <a:pt x="202302" y="187211"/>
                </a:lnTo>
                <a:cubicBezTo>
                  <a:pt x="213107" y="174174"/>
                  <a:pt x="221054" y="158725"/>
                  <a:pt x="225251" y="141759"/>
                </a:cubicBezTo>
                <a:close/>
                <a:moveTo>
                  <a:pt x="152207" y="167342"/>
                </a:moveTo>
                <a:cubicBezTo>
                  <a:pt x="144081" y="178504"/>
                  <a:pt x="139303" y="192301"/>
                  <a:pt x="139303" y="207169"/>
                </a:cubicBezTo>
                <a:cubicBezTo>
                  <a:pt x="139303" y="213464"/>
                  <a:pt x="140151" y="219536"/>
                  <a:pt x="141759" y="225296"/>
                </a:cubicBezTo>
                <a:cubicBezTo>
                  <a:pt x="158725" y="221099"/>
                  <a:pt x="174174" y="213152"/>
                  <a:pt x="187211" y="202347"/>
                </a:cubicBezTo>
                <a:lnTo>
                  <a:pt x="152207" y="167342"/>
                </a:lnTo>
                <a:close/>
                <a:moveTo>
                  <a:pt x="136892" y="152028"/>
                </a:moveTo>
                <a:lnTo>
                  <a:pt x="114300" y="129436"/>
                </a:lnTo>
                <a:lnTo>
                  <a:pt x="41389" y="202347"/>
                </a:lnTo>
                <a:cubicBezTo>
                  <a:pt x="61168" y="218733"/>
                  <a:pt x="86573" y="228600"/>
                  <a:pt x="114300" y="228600"/>
                </a:cubicBezTo>
                <a:cubicBezTo>
                  <a:pt x="116354" y="228600"/>
                  <a:pt x="118408" y="228555"/>
                  <a:pt x="120417" y="228421"/>
                </a:cubicBezTo>
                <a:cubicBezTo>
                  <a:pt x="118765" y="221590"/>
                  <a:pt x="117872" y="214491"/>
                  <a:pt x="117872" y="207169"/>
                </a:cubicBezTo>
                <a:cubicBezTo>
                  <a:pt x="117872" y="186363"/>
                  <a:pt x="124971" y="167253"/>
                  <a:pt x="136892" y="152073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0" name="Text 37"/>
          <p:cNvSpPr/>
          <p:nvPr/>
        </p:nvSpPr>
        <p:spPr>
          <a:xfrm>
            <a:off x="7010379" y="5860852"/>
            <a:ext cx="2143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Basketball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7015142" y="6051245"/>
            <a:ext cx="2133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Free throws</a:t>
            </a:r>
            <a:endParaRPr lang="en-US" sz="1600" dirty="0"/>
          </a:p>
        </p:txBody>
      </p:sp>
      <p:sp>
        <p:nvSpPr>
          <p:cNvPr id="42" name="Shape 39"/>
          <p:cNvSpPr/>
          <p:nvPr/>
        </p:nvSpPr>
        <p:spPr>
          <a:xfrm>
            <a:off x="9347789" y="5441900"/>
            <a:ext cx="2305050" cy="876300"/>
          </a:xfrm>
          <a:custGeom>
            <a:avLst/>
            <a:gdLst/>
            <a:ahLst/>
            <a:cxnLst/>
            <a:rect l="l" t="t" r="r" b="b"/>
            <a:pathLst>
              <a:path w="2305050" h="876300">
                <a:moveTo>
                  <a:pt x="76203" y="0"/>
                </a:moveTo>
                <a:lnTo>
                  <a:pt x="2228847" y="0"/>
                </a:lnTo>
                <a:cubicBezTo>
                  <a:pt x="2270933" y="0"/>
                  <a:pt x="2305050" y="34117"/>
                  <a:pt x="2305050" y="76203"/>
                </a:cubicBezTo>
                <a:lnTo>
                  <a:pt x="2305050" y="800097"/>
                </a:lnTo>
                <a:cubicBezTo>
                  <a:pt x="2305050" y="842183"/>
                  <a:pt x="2270933" y="876300"/>
                  <a:pt x="2228847" y="876300"/>
                </a:cubicBezTo>
                <a:lnTo>
                  <a:pt x="76203" y="876300"/>
                </a:lnTo>
                <a:cubicBezTo>
                  <a:pt x="34117" y="876300"/>
                  <a:pt x="0" y="842183"/>
                  <a:pt x="0" y="8000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43" name="Shape 40"/>
          <p:cNvSpPr/>
          <p:nvPr/>
        </p:nvSpPr>
        <p:spPr>
          <a:xfrm>
            <a:off x="10385524" y="5556179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86318" y="160779"/>
                </a:moveTo>
                <a:lnTo>
                  <a:pt x="154350" y="158636"/>
                </a:lnTo>
                <a:cubicBezTo>
                  <a:pt x="152028" y="158502"/>
                  <a:pt x="149751" y="159127"/>
                  <a:pt x="147876" y="160511"/>
                </a:cubicBezTo>
                <a:cubicBezTo>
                  <a:pt x="146000" y="161895"/>
                  <a:pt x="144661" y="163815"/>
                  <a:pt x="144125" y="166092"/>
                </a:cubicBezTo>
                <a:lnTo>
                  <a:pt x="136267" y="197168"/>
                </a:lnTo>
                <a:cubicBezTo>
                  <a:pt x="129257" y="199043"/>
                  <a:pt x="121890" y="200025"/>
                  <a:pt x="114300" y="200025"/>
                </a:cubicBezTo>
                <a:cubicBezTo>
                  <a:pt x="106710" y="200025"/>
                  <a:pt x="99343" y="199043"/>
                  <a:pt x="92333" y="197168"/>
                </a:cubicBezTo>
                <a:lnTo>
                  <a:pt x="84475" y="166092"/>
                </a:lnTo>
                <a:cubicBezTo>
                  <a:pt x="83894" y="163860"/>
                  <a:pt x="82555" y="161895"/>
                  <a:pt x="80724" y="160511"/>
                </a:cubicBezTo>
                <a:cubicBezTo>
                  <a:pt x="78894" y="159127"/>
                  <a:pt x="76572" y="158502"/>
                  <a:pt x="74250" y="158636"/>
                </a:cubicBezTo>
                <a:lnTo>
                  <a:pt x="42282" y="160779"/>
                </a:lnTo>
                <a:cubicBezTo>
                  <a:pt x="34424" y="148635"/>
                  <a:pt x="29557" y="134347"/>
                  <a:pt x="28709" y="118988"/>
                </a:cubicBezTo>
                <a:lnTo>
                  <a:pt x="55811" y="101932"/>
                </a:lnTo>
                <a:cubicBezTo>
                  <a:pt x="57775" y="100682"/>
                  <a:pt x="59204" y="98807"/>
                  <a:pt x="59918" y="96619"/>
                </a:cubicBezTo>
                <a:cubicBezTo>
                  <a:pt x="60633" y="94431"/>
                  <a:pt x="60543" y="92065"/>
                  <a:pt x="59695" y="89922"/>
                </a:cubicBezTo>
                <a:lnTo>
                  <a:pt x="47774" y="60186"/>
                </a:lnTo>
                <a:cubicBezTo>
                  <a:pt x="57150" y="48756"/>
                  <a:pt x="69339" y="39737"/>
                  <a:pt x="83359" y="34335"/>
                </a:cubicBezTo>
                <a:lnTo>
                  <a:pt x="108005" y="54873"/>
                </a:lnTo>
                <a:cubicBezTo>
                  <a:pt x="109791" y="56346"/>
                  <a:pt x="112023" y="57150"/>
                  <a:pt x="114300" y="57150"/>
                </a:cubicBezTo>
                <a:cubicBezTo>
                  <a:pt x="116577" y="57150"/>
                  <a:pt x="118854" y="56346"/>
                  <a:pt x="120595" y="54873"/>
                </a:cubicBezTo>
                <a:lnTo>
                  <a:pt x="145241" y="34335"/>
                </a:lnTo>
                <a:cubicBezTo>
                  <a:pt x="159216" y="39737"/>
                  <a:pt x="171450" y="48756"/>
                  <a:pt x="180782" y="60186"/>
                </a:cubicBezTo>
                <a:lnTo>
                  <a:pt x="168860" y="89922"/>
                </a:lnTo>
                <a:cubicBezTo>
                  <a:pt x="168012" y="92065"/>
                  <a:pt x="167923" y="94431"/>
                  <a:pt x="168637" y="96619"/>
                </a:cubicBezTo>
                <a:cubicBezTo>
                  <a:pt x="169352" y="98807"/>
                  <a:pt x="170825" y="100682"/>
                  <a:pt x="172745" y="101932"/>
                </a:cubicBezTo>
                <a:lnTo>
                  <a:pt x="199846" y="118988"/>
                </a:lnTo>
                <a:cubicBezTo>
                  <a:pt x="198998" y="134347"/>
                  <a:pt x="194131" y="148635"/>
                  <a:pt x="186273" y="160779"/>
                </a:cubicBezTo>
                <a:close/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20595" y="83180"/>
                </a:moveTo>
                <a:cubicBezTo>
                  <a:pt x="116845" y="80456"/>
                  <a:pt x="111755" y="80456"/>
                  <a:pt x="108005" y="83180"/>
                </a:cubicBezTo>
                <a:lnTo>
                  <a:pt x="86618" y="98673"/>
                </a:lnTo>
                <a:cubicBezTo>
                  <a:pt x="82867" y="101397"/>
                  <a:pt x="81305" y="106219"/>
                  <a:pt x="82734" y="110639"/>
                </a:cubicBezTo>
                <a:lnTo>
                  <a:pt x="90904" y="135776"/>
                </a:lnTo>
                <a:cubicBezTo>
                  <a:pt x="92333" y="140196"/>
                  <a:pt x="96441" y="143188"/>
                  <a:pt x="101084" y="143188"/>
                </a:cubicBezTo>
                <a:lnTo>
                  <a:pt x="127516" y="143188"/>
                </a:lnTo>
                <a:cubicBezTo>
                  <a:pt x="132159" y="143188"/>
                  <a:pt x="136267" y="140196"/>
                  <a:pt x="137696" y="135776"/>
                </a:cubicBezTo>
                <a:lnTo>
                  <a:pt x="145866" y="110639"/>
                </a:lnTo>
                <a:cubicBezTo>
                  <a:pt x="147295" y="106219"/>
                  <a:pt x="145733" y="101397"/>
                  <a:pt x="141982" y="98673"/>
                </a:cubicBezTo>
                <a:lnTo>
                  <a:pt x="120595" y="83135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4" name="Text 41"/>
          <p:cNvSpPr/>
          <p:nvPr/>
        </p:nvSpPr>
        <p:spPr>
          <a:xfrm>
            <a:off x="9428730" y="5860852"/>
            <a:ext cx="2143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Football</a:t>
            </a:r>
            <a:endParaRPr lang="en-US" sz="1600" dirty="0"/>
          </a:p>
        </p:txBody>
      </p:sp>
      <p:sp>
        <p:nvSpPr>
          <p:cNvPr id="45" name="Text 42"/>
          <p:cNvSpPr/>
          <p:nvPr/>
        </p:nvSpPr>
        <p:spPr>
          <a:xfrm>
            <a:off x="9433492" y="6051245"/>
            <a:ext cx="2133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Penalty kicks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8100" cy="304800"/>
          </a:xfrm>
          <a:custGeom>
            <a:avLst/>
            <a:gdLst/>
            <a:ahLst/>
            <a:cxnLst/>
            <a:rect l="l" t="t" r="r" b="b"/>
            <a:pathLst>
              <a:path w="38100" h="304800">
                <a:moveTo>
                  <a:pt x="0" y="0"/>
                </a:moveTo>
                <a:lnTo>
                  <a:pt x="38100" y="0"/>
                </a:lnTo>
                <a:lnTo>
                  <a:pt x="381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533336" y="438192"/>
            <a:ext cx="1019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Process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838116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1409616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Three simple steps to better form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4402" y="1908190"/>
            <a:ext cx="3673929" cy="3445329"/>
          </a:xfrm>
          <a:custGeom>
            <a:avLst/>
            <a:gdLst/>
            <a:ahLst/>
            <a:cxnLst/>
            <a:rect l="l" t="t" r="r" b="b"/>
            <a:pathLst>
              <a:path w="3673929" h="3445329">
                <a:moveTo>
                  <a:pt x="114316" y="0"/>
                </a:moveTo>
                <a:lnTo>
                  <a:pt x="3559613" y="0"/>
                </a:lnTo>
                <a:cubicBezTo>
                  <a:pt x="3622748" y="0"/>
                  <a:pt x="3673929" y="51181"/>
                  <a:pt x="3673929" y="114316"/>
                </a:cubicBezTo>
                <a:lnTo>
                  <a:pt x="3673929" y="3331013"/>
                </a:lnTo>
                <a:cubicBezTo>
                  <a:pt x="3673929" y="3394148"/>
                  <a:pt x="3622748" y="3445329"/>
                  <a:pt x="3559613" y="3445329"/>
                </a:cubicBezTo>
                <a:lnTo>
                  <a:pt x="114316" y="3445329"/>
                </a:lnTo>
                <a:cubicBezTo>
                  <a:pt x="51181" y="3445329"/>
                  <a:pt x="0" y="3394148"/>
                  <a:pt x="0" y="3331013"/>
                </a:cubicBezTo>
                <a:lnTo>
                  <a:pt x="0" y="114316"/>
                </a:lnTo>
                <a:cubicBezTo>
                  <a:pt x="0" y="51223"/>
                  <a:pt x="51223" y="0"/>
                  <a:pt x="114316" y="0"/>
                </a:cubicBezTo>
                <a:close/>
              </a:path>
            </a:pathLst>
          </a:custGeom>
          <a:solidFill>
            <a:srgbClr val="262626"/>
          </a:solidFill>
          <a:ln w="9071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6361" y="2140148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8" name="Text 6"/>
          <p:cNvSpPr/>
          <p:nvPr/>
        </p:nvSpPr>
        <p:spPr>
          <a:xfrm>
            <a:off x="837265" y="2254428"/>
            <a:ext cx="2095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527375" y="2263890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142875" y="61001"/>
                </a:moveTo>
                <a:lnTo>
                  <a:pt x="142875" y="178594"/>
                </a:lnTo>
                <a:cubicBezTo>
                  <a:pt x="142875" y="188472"/>
                  <a:pt x="134894" y="196453"/>
                  <a:pt x="125016" y="196453"/>
                </a:cubicBezTo>
                <a:cubicBezTo>
                  <a:pt x="115137" y="196453"/>
                  <a:pt x="107156" y="188472"/>
                  <a:pt x="107156" y="178594"/>
                </a:cubicBezTo>
                <a:lnTo>
                  <a:pt x="107156" y="61001"/>
                </a:lnTo>
                <a:lnTo>
                  <a:pt x="84051" y="84106"/>
                </a:lnTo>
                <a:cubicBezTo>
                  <a:pt x="77074" y="91083"/>
                  <a:pt x="65745" y="91083"/>
                  <a:pt x="58769" y="84106"/>
                </a:cubicBezTo>
                <a:cubicBezTo>
                  <a:pt x="51792" y="77130"/>
                  <a:pt x="51792" y="65801"/>
                  <a:pt x="58769" y="58824"/>
                </a:cubicBezTo>
                <a:lnTo>
                  <a:pt x="112347" y="5246"/>
                </a:lnTo>
                <a:cubicBezTo>
                  <a:pt x="119323" y="-1730"/>
                  <a:pt x="130652" y="-1730"/>
                  <a:pt x="137629" y="5246"/>
                </a:cubicBezTo>
                <a:lnTo>
                  <a:pt x="191207" y="58824"/>
                </a:lnTo>
                <a:cubicBezTo>
                  <a:pt x="198183" y="65801"/>
                  <a:pt x="198183" y="77130"/>
                  <a:pt x="191207" y="84106"/>
                </a:cubicBezTo>
                <a:cubicBezTo>
                  <a:pt x="184231" y="91083"/>
                  <a:pt x="172901" y="91083"/>
                  <a:pt x="165925" y="84106"/>
                </a:cubicBezTo>
                <a:lnTo>
                  <a:pt x="142875" y="61001"/>
                </a:lnTo>
                <a:close/>
                <a:moveTo>
                  <a:pt x="125016" y="223242"/>
                </a:moveTo>
                <a:cubicBezTo>
                  <a:pt x="149684" y="223242"/>
                  <a:pt x="169664" y="203262"/>
                  <a:pt x="169664" y="178594"/>
                </a:cubicBezTo>
                <a:lnTo>
                  <a:pt x="214313" y="178594"/>
                </a:lnTo>
                <a:cubicBezTo>
                  <a:pt x="234014" y="178594"/>
                  <a:pt x="250031" y="194611"/>
                  <a:pt x="250031" y="214313"/>
                </a:cubicBezTo>
                <a:lnTo>
                  <a:pt x="250031" y="232172"/>
                </a:lnTo>
                <a:cubicBezTo>
                  <a:pt x="250031" y="251873"/>
                  <a:pt x="234014" y="267891"/>
                  <a:pt x="214313" y="267891"/>
                </a:cubicBezTo>
                <a:lnTo>
                  <a:pt x="35719" y="267891"/>
                </a:lnTo>
                <a:cubicBezTo>
                  <a:pt x="16018" y="267891"/>
                  <a:pt x="0" y="251873"/>
                  <a:pt x="0" y="232172"/>
                </a:cubicBezTo>
                <a:lnTo>
                  <a:pt x="0" y="214313"/>
                </a:lnTo>
                <a:cubicBezTo>
                  <a:pt x="0" y="194611"/>
                  <a:pt x="16018" y="178594"/>
                  <a:pt x="35719" y="178594"/>
                </a:cubicBezTo>
                <a:lnTo>
                  <a:pt x="80367" y="178594"/>
                </a:lnTo>
                <a:cubicBezTo>
                  <a:pt x="80367" y="203262"/>
                  <a:pt x="100347" y="223242"/>
                  <a:pt x="125016" y="223242"/>
                </a:cubicBezTo>
                <a:close/>
                <a:moveTo>
                  <a:pt x="205383" y="236637"/>
                </a:moveTo>
                <a:cubicBezTo>
                  <a:pt x="212775" y="236637"/>
                  <a:pt x="218777" y="230635"/>
                  <a:pt x="218777" y="223242"/>
                </a:cubicBezTo>
                <a:cubicBezTo>
                  <a:pt x="218777" y="215850"/>
                  <a:pt x="212775" y="209848"/>
                  <a:pt x="205383" y="209848"/>
                </a:cubicBezTo>
                <a:cubicBezTo>
                  <a:pt x="197990" y="209848"/>
                  <a:pt x="191988" y="215850"/>
                  <a:pt x="191988" y="223242"/>
                </a:cubicBezTo>
                <a:cubicBezTo>
                  <a:pt x="191988" y="230635"/>
                  <a:pt x="197990" y="236637"/>
                  <a:pt x="205383" y="236637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0" name="Text 8"/>
          <p:cNvSpPr/>
          <p:nvPr/>
        </p:nvSpPr>
        <p:spPr>
          <a:xfrm>
            <a:off x="616361" y="2863986"/>
            <a:ext cx="33242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Upload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16361" y="3282937"/>
            <a:ext cx="3286125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 records and uploads a short video (5-10 seconds) of their free throw or penalty kick using any smartphone.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19763" y="4465695"/>
            <a:ext cx="3207204" cy="654504"/>
          </a:xfrm>
          <a:custGeom>
            <a:avLst/>
            <a:gdLst/>
            <a:ahLst/>
            <a:cxnLst/>
            <a:rect l="l" t="t" r="r" b="b"/>
            <a:pathLst>
              <a:path w="3207204" h="654504">
                <a:moveTo>
                  <a:pt x="76197" y="0"/>
                </a:moveTo>
                <a:lnTo>
                  <a:pt x="3131006" y="0"/>
                </a:lnTo>
                <a:cubicBezTo>
                  <a:pt x="3173089" y="0"/>
                  <a:pt x="3207204" y="34115"/>
                  <a:pt x="3207204" y="76197"/>
                </a:cubicBezTo>
                <a:lnTo>
                  <a:pt x="3207204" y="578306"/>
                </a:lnTo>
                <a:cubicBezTo>
                  <a:pt x="3207204" y="620389"/>
                  <a:pt x="3173089" y="654504"/>
                  <a:pt x="3131006" y="654504"/>
                </a:cubicBezTo>
                <a:lnTo>
                  <a:pt x="76197" y="654504"/>
                </a:lnTo>
                <a:cubicBezTo>
                  <a:pt x="34115" y="654504"/>
                  <a:pt x="0" y="620389"/>
                  <a:pt x="0" y="578306"/>
                </a:cubicBezTo>
                <a:lnTo>
                  <a:pt x="0" y="76197"/>
                </a:lnTo>
                <a:cubicBezTo>
                  <a:pt x="0" y="34115"/>
                  <a:pt x="34115" y="0"/>
                  <a:pt x="76197" y="0"/>
                </a:cubicBezTo>
                <a:close/>
              </a:path>
            </a:pathLst>
          </a:custGeom>
          <a:solidFill>
            <a:srgbClr val="191919"/>
          </a:solidFill>
          <a:ln w="9071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3162" y="4611865"/>
            <a:ext cx="100013" cy="133350"/>
          </a:xfrm>
          <a:custGeom>
            <a:avLst/>
            <a:gdLst/>
            <a:ahLst/>
            <a:cxnLst/>
            <a:rect l="l" t="t" r="r" b="b"/>
            <a:pathLst>
              <a:path w="100013" h="133350">
                <a:moveTo>
                  <a:pt x="4167" y="16669"/>
                </a:moveTo>
                <a:cubicBezTo>
                  <a:pt x="4167" y="7475"/>
                  <a:pt x="11642" y="0"/>
                  <a:pt x="20836" y="0"/>
                </a:cubicBezTo>
                <a:lnTo>
                  <a:pt x="79177" y="0"/>
                </a:lnTo>
                <a:cubicBezTo>
                  <a:pt x="88370" y="0"/>
                  <a:pt x="95845" y="7475"/>
                  <a:pt x="95845" y="16669"/>
                </a:cubicBezTo>
                <a:lnTo>
                  <a:pt x="95845" y="116681"/>
                </a:lnTo>
                <a:cubicBezTo>
                  <a:pt x="95845" y="125875"/>
                  <a:pt x="88370" y="133350"/>
                  <a:pt x="79177" y="133350"/>
                </a:cubicBezTo>
                <a:lnTo>
                  <a:pt x="20836" y="133350"/>
                </a:lnTo>
                <a:cubicBezTo>
                  <a:pt x="11642" y="133350"/>
                  <a:pt x="4167" y="125875"/>
                  <a:pt x="4167" y="116681"/>
                </a:cubicBezTo>
                <a:lnTo>
                  <a:pt x="4167" y="16669"/>
                </a:lnTo>
                <a:close/>
                <a:moveTo>
                  <a:pt x="20836" y="16669"/>
                </a:moveTo>
                <a:lnTo>
                  <a:pt x="20836" y="95845"/>
                </a:lnTo>
                <a:lnTo>
                  <a:pt x="79177" y="95845"/>
                </a:lnTo>
                <a:lnTo>
                  <a:pt x="79177" y="16669"/>
                </a:lnTo>
                <a:lnTo>
                  <a:pt x="20836" y="16669"/>
                </a:lnTo>
                <a:close/>
                <a:moveTo>
                  <a:pt x="50006" y="122932"/>
                </a:moveTo>
                <a:cubicBezTo>
                  <a:pt x="54616" y="122932"/>
                  <a:pt x="58341" y="119208"/>
                  <a:pt x="58341" y="114598"/>
                </a:cubicBezTo>
                <a:cubicBezTo>
                  <a:pt x="58341" y="109988"/>
                  <a:pt x="54616" y="106263"/>
                  <a:pt x="50006" y="106263"/>
                </a:cubicBezTo>
                <a:cubicBezTo>
                  <a:pt x="45396" y="106263"/>
                  <a:pt x="41672" y="109988"/>
                  <a:pt x="41672" y="114598"/>
                </a:cubicBezTo>
                <a:cubicBezTo>
                  <a:pt x="41672" y="119208"/>
                  <a:pt x="45396" y="122932"/>
                  <a:pt x="50006" y="122932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4" name="Text 12"/>
          <p:cNvSpPr/>
          <p:nvPr/>
        </p:nvSpPr>
        <p:spPr>
          <a:xfrm>
            <a:off x="980246" y="4583376"/>
            <a:ext cx="714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Any device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56493" y="4840316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0"/>
                </a:moveTo>
                <a:cubicBezTo>
                  <a:pt x="103474" y="0"/>
                  <a:pt x="133350" y="29876"/>
                  <a:pt x="133350" y="66675"/>
                </a:cubicBezTo>
                <a:cubicBezTo>
                  <a:pt x="133350" y="103474"/>
                  <a:pt x="103474" y="133350"/>
                  <a:pt x="66675" y="133350"/>
                </a:cubicBezTo>
                <a:cubicBezTo>
                  <a:pt x="29876" y="133350"/>
                  <a:pt x="0" y="103474"/>
                  <a:pt x="0" y="66675"/>
                </a:cubicBezTo>
                <a:cubicBezTo>
                  <a:pt x="0" y="29876"/>
                  <a:pt x="29876" y="0"/>
                  <a:pt x="66675" y="0"/>
                </a:cubicBezTo>
                <a:close/>
                <a:moveTo>
                  <a:pt x="60424" y="31254"/>
                </a:moveTo>
                <a:lnTo>
                  <a:pt x="60424" y="66675"/>
                </a:lnTo>
                <a:cubicBezTo>
                  <a:pt x="60424" y="68759"/>
                  <a:pt x="61466" y="70712"/>
                  <a:pt x="63211" y="71884"/>
                </a:cubicBezTo>
                <a:lnTo>
                  <a:pt x="88214" y="88553"/>
                </a:lnTo>
                <a:cubicBezTo>
                  <a:pt x="91079" y="90480"/>
                  <a:pt x="94960" y="89699"/>
                  <a:pt x="96887" y="86808"/>
                </a:cubicBezTo>
                <a:cubicBezTo>
                  <a:pt x="98814" y="83917"/>
                  <a:pt x="98033" y="80062"/>
                  <a:pt x="95142" y="78135"/>
                </a:cubicBezTo>
                <a:lnTo>
                  <a:pt x="72926" y="63341"/>
                </a:lnTo>
                <a:lnTo>
                  <a:pt x="72926" y="31254"/>
                </a:lnTo>
                <a:cubicBezTo>
                  <a:pt x="72926" y="27790"/>
                  <a:pt x="70139" y="25003"/>
                  <a:pt x="66675" y="25003"/>
                </a:cubicBezTo>
                <a:cubicBezTo>
                  <a:pt x="63211" y="25003"/>
                  <a:pt x="60424" y="27790"/>
                  <a:pt x="60424" y="31254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6" name="Text 14"/>
          <p:cNvSpPr/>
          <p:nvPr/>
        </p:nvSpPr>
        <p:spPr>
          <a:xfrm>
            <a:off x="980246" y="4811827"/>
            <a:ext cx="857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5-10 seconds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257867" y="1908190"/>
            <a:ext cx="3673929" cy="3445329"/>
          </a:xfrm>
          <a:custGeom>
            <a:avLst/>
            <a:gdLst/>
            <a:ahLst/>
            <a:cxnLst/>
            <a:rect l="l" t="t" r="r" b="b"/>
            <a:pathLst>
              <a:path w="3673929" h="3445329">
                <a:moveTo>
                  <a:pt x="114316" y="0"/>
                </a:moveTo>
                <a:lnTo>
                  <a:pt x="3559613" y="0"/>
                </a:lnTo>
                <a:cubicBezTo>
                  <a:pt x="3622748" y="0"/>
                  <a:pt x="3673929" y="51181"/>
                  <a:pt x="3673929" y="114316"/>
                </a:cubicBezTo>
                <a:lnTo>
                  <a:pt x="3673929" y="3331013"/>
                </a:lnTo>
                <a:cubicBezTo>
                  <a:pt x="3673929" y="3394148"/>
                  <a:pt x="3622748" y="3445329"/>
                  <a:pt x="3559613" y="3445329"/>
                </a:cubicBezTo>
                <a:lnTo>
                  <a:pt x="114316" y="3445329"/>
                </a:lnTo>
                <a:cubicBezTo>
                  <a:pt x="51181" y="3445329"/>
                  <a:pt x="0" y="3394148"/>
                  <a:pt x="0" y="3331013"/>
                </a:cubicBezTo>
                <a:lnTo>
                  <a:pt x="0" y="114316"/>
                </a:lnTo>
                <a:cubicBezTo>
                  <a:pt x="0" y="51223"/>
                  <a:pt x="51223" y="0"/>
                  <a:pt x="114316" y="0"/>
                </a:cubicBezTo>
                <a:close/>
              </a:path>
            </a:pathLst>
          </a:custGeom>
          <a:solidFill>
            <a:srgbClr val="262626"/>
          </a:solidFill>
          <a:ln w="9071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89826" y="2140148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9" name="Text 17"/>
          <p:cNvSpPr/>
          <p:nvPr/>
        </p:nvSpPr>
        <p:spPr>
          <a:xfrm>
            <a:off x="4689999" y="2254428"/>
            <a:ext cx="2476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347262" y="2263890"/>
            <a:ext cx="357188" cy="285750"/>
          </a:xfrm>
          <a:custGeom>
            <a:avLst/>
            <a:gdLst/>
            <a:ahLst/>
            <a:cxnLst/>
            <a:rect l="l" t="t" r="r" b="b"/>
            <a:pathLst>
              <a:path w="357188" h="285750">
                <a:moveTo>
                  <a:pt x="232116" y="117481"/>
                </a:moveTo>
                <a:cubicBezTo>
                  <a:pt x="238925" y="115639"/>
                  <a:pt x="246069" y="118876"/>
                  <a:pt x="249138" y="125183"/>
                </a:cubicBezTo>
                <a:lnTo>
                  <a:pt x="259519" y="146168"/>
                </a:lnTo>
                <a:cubicBezTo>
                  <a:pt x="265268" y="146949"/>
                  <a:pt x="270904" y="148512"/>
                  <a:pt x="276206" y="150688"/>
                </a:cubicBezTo>
                <a:lnTo>
                  <a:pt x="295740" y="137685"/>
                </a:lnTo>
                <a:cubicBezTo>
                  <a:pt x="301600" y="133778"/>
                  <a:pt x="309358" y="134559"/>
                  <a:pt x="314325" y="139526"/>
                </a:cubicBezTo>
                <a:lnTo>
                  <a:pt x="325041" y="150242"/>
                </a:lnTo>
                <a:cubicBezTo>
                  <a:pt x="330008" y="155209"/>
                  <a:pt x="330789" y="163023"/>
                  <a:pt x="326882" y="168827"/>
                </a:cubicBezTo>
                <a:lnTo>
                  <a:pt x="313879" y="188305"/>
                </a:lnTo>
                <a:cubicBezTo>
                  <a:pt x="314939" y="190928"/>
                  <a:pt x="315888" y="193663"/>
                  <a:pt x="316669" y="196509"/>
                </a:cubicBezTo>
                <a:cubicBezTo>
                  <a:pt x="317450" y="199355"/>
                  <a:pt x="317953" y="202146"/>
                  <a:pt x="318343" y="204992"/>
                </a:cubicBezTo>
                <a:lnTo>
                  <a:pt x="339384" y="215373"/>
                </a:lnTo>
                <a:cubicBezTo>
                  <a:pt x="345691" y="218498"/>
                  <a:pt x="348928" y="225642"/>
                  <a:pt x="347086" y="232395"/>
                </a:cubicBezTo>
                <a:lnTo>
                  <a:pt x="343179" y="247017"/>
                </a:lnTo>
                <a:cubicBezTo>
                  <a:pt x="341337" y="253771"/>
                  <a:pt x="335031" y="258347"/>
                  <a:pt x="327999" y="257901"/>
                </a:cubicBezTo>
                <a:lnTo>
                  <a:pt x="304558" y="256394"/>
                </a:lnTo>
                <a:cubicBezTo>
                  <a:pt x="301042" y="260914"/>
                  <a:pt x="296968" y="265100"/>
                  <a:pt x="292336" y="268672"/>
                </a:cubicBezTo>
                <a:lnTo>
                  <a:pt x="293843" y="292057"/>
                </a:lnTo>
                <a:cubicBezTo>
                  <a:pt x="294289" y="299089"/>
                  <a:pt x="289713" y="305451"/>
                  <a:pt x="282959" y="307237"/>
                </a:cubicBezTo>
                <a:lnTo>
                  <a:pt x="268337" y="311144"/>
                </a:lnTo>
                <a:cubicBezTo>
                  <a:pt x="261528" y="312986"/>
                  <a:pt x="254440" y="309749"/>
                  <a:pt x="251315" y="303442"/>
                </a:cubicBezTo>
                <a:lnTo>
                  <a:pt x="240934" y="282457"/>
                </a:lnTo>
                <a:cubicBezTo>
                  <a:pt x="235186" y="281676"/>
                  <a:pt x="229549" y="280113"/>
                  <a:pt x="224247" y="277937"/>
                </a:cubicBezTo>
                <a:lnTo>
                  <a:pt x="204713" y="290940"/>
                </a:lnTo>
                <a:cubicBezTo>
                  <a:pt x="198853" y="294847"/>
                  <a:pt x="191095" y="294066"/>
                  <a:pt x="186128" y="289099"/>
                </a:cubicBezTo>
                <a:lnTo>
                  <a:pt x="175413" y="278383"/>
                </a:lnTo>
                <a:cubicBezTo>
                  <a:pt x="170445" y="273416"/>
                  <a:pt x="169664" y="265658"/>
                  <a:pt x="173571" y="259798"/>
                </a:cubicBezTo>
                <a:lnTo>
                  <a:pt x="186575" y="240264"/>
                </a:lnTo>
                <a:cubicBezTo>
                  <a:pt x="185514" y="237641"/>
                  <a:pt x="184565" y="234907"/>
                  <a:pt x="183784" y="232060"/>
                </a:cubicBezTo>
                <a:cubicBezTo>
                  <a:pt x="183003" y="229214"/>
                  <a:pt x="182500" y="226368"/>
                  <a:pt x="182110" y="223577"/>
                </a:cubicBezTo>
                <a:lnTo>
                  <a:pt x="161069" y="213196"/>
                </a:lnTo>
                <a:cubicBezTo>
                  <a:pt x="154763" y="210071"/>
                  <a:pt x="151581" y="202927"/>
                  <a:pt x="153367" y="196174"/>
                </a:cubicBezTo>
                <a:lnTo>
                  <a:pt x="157274" y="181552"/>
                </a:lnTo>
                <a:cubicBezTo>
                  <a:pt x="159116" y="174799"/>
                  <a:pt x="165422" y="170222"/>
                  <a:pt x="172455" y="170669"/>
                </a:cubicBezTo>
                <a:lnTo>
                  <a:pt x="195839" y="172176"/>
                </a:lnTo>
                <a:cubicBezTo>
                  <a:pt x="199355" y="167655"/>
                  <a:pt x="203429" y="163469"/>
                  <a:pt x="208062" y="159897"/>
                </a:cubicBezTo>
                <a:lnTo>
                  <a:pt x="206555" y="136568"/>
                </a:lnTo>
                <a:cubicBezTo>
                  <a:pt x="206108" y="129536"/>
                  <a:pt x="210685" y="123174"/>
                  <a:pt x="217438" y="121388"/>
                </a:cubicBezTo>
                <a:lnTo>
                  <a:pt x="232060" y="117481"/>
                </a:lnTo>
                <a:close/>
                <a:moveTo>
                  <a:pt x="250254" y="189756"/>
                </a:moveTo>
                <a:cubicBezTo>
                  <a:pt x="236701" y="189771"/>
                  <a:pt x="225710" y="200787"/>
                  <a:pt x="225726" y="214340"/>
                </a:cubicBezTo>
                <a:cubicBezTo>
                  <a:pt x="225741" y="227894"/>
                  <a:pt x="236757" y="238885"/>
                  <a:pt x="250310" y="238869"/>
                </a:cubicBezTo>
                <a:cubicBezTo>
                  <a:pt x="263863" y="238854"/>
                  <a:pt x="274854" y="227838"/>
                  <a:pt x="274839" y="214285"/>
                </a:cubicBezTo>
                <a:cubicBezTo>
                  <a:pt x="274824" y="200731"/>
                  <a:pt x="263808" y="189740"/>
                  <a:pt x="250254" y="189756"/>
                </a:cubicBezTo>
                <a:close/>
                <a:moveTo>
                  <a:pt x="125518" y="-25394"/>
                </a:moveTo>
                <a:lnTo>
                  <a:pt x="140140" y="-21487"/>
                </a:lnTo>
                <a:cubicBezTo>
                  <a:pt x="146893" y="-19645"/>
                  <a:pt x="151470" y="-13283"/>
                  <a:pt x="151023" y="-6307"/>
                </a:cubicBezTo>
                <a:lnTo>
                  <a:pt x="149516" y="17022"/>
                </a:lnTo>
                <a:cubicBezTo>
                  <a:pt x="154149" y="20594"/>
                  <a:pt x="158223" y="24724"/>
                  <a:pt x="161739" y="29301"/>
                </a:cubicBezTo>
                <a:lnTo>
                  <a:pt x="185179" y="27794"/>
                </a:lnTo>
                <a:cubicBezTo>
                  <a:pt x="192156" y="27347"/>
                  <a:pt x="198518" y="31924"/>
                  <a:pt x="200360" y="38677"/>
                </a:cubicBezTo>
                <a:lnTo>
                  <a:pt x="204267" y="53299"/>
                </a:lnTo>
                <a:cubicBezTo>
                  <a:pt x="206053" y="60052"/>
                  <a:pt x="202871" y="67196"/>
                  <a:pt x="196565" y="70321"/>
                </a:cubicBezTo>
                <a:lnTo>
                  <a:pt x="175524" y="80702"/>
                </a:lnTo>
                <a:cubicBezTo>
                  <a:pt x="175133" y="83548"/>
                  <a:pt x="174575" y="86395"/>
                  <a:pt x="173850" y="89185"/>
                </a:cubicBezTo>
                <a:cubicBezTo>
                  <a:pt x="173124" y="91976"/>
                  <a:pt x="172120" y="94766"/>
                  <a:pt x="171059" y="97389"/>
                </a:cubicBezTo>
                <a:lnTo>
                  <a:pt x="184063" y="116923"/>
                </a:lnTo>
                <a:cubicBezTo>
                  <a:pt x="187970" y="122783"/>
                  <a:pt x="187189" y="130541"/>
                  <a:pt x="182221" y="135508"/>
                </a:cubicBezTo>
                <a:lnTo>
                  <a:pt x="171506" y="146224"/>
                </a:lnTo>
                <a:cubicBezTo>
                  <a:pt x="166539" y="151191"/>
                  <a:pt x="158781" y="151972"/>
                  <a:pt x="152921" y="148065"/>
                </a:cubicBezTo>
                <a:lnTo>
                  <a:pt x="133387" y="135062"/>
                </a:lnTo>
                <a:cubicBezTo>
                  <a:pt x="128085" y="137238"/>
                  <a:pt x="122448" y="138801"/>
                  <a:pt x="116700" y="139582"/>
                </a:cubicBezTo>
                <a:lnTo>
                  <a:pt x="106319" y="160567"/>
                </a:lnTo>
                <a:cubicBezTo>
                  <a:pt x="103194" y="166874"/>
                  <a:pt x="96050" y="170055"/>
                  <a:pt x="89297" y="168269"/>
                </a:cubicBezTo>
                <a:lnTo>
                  <a:pt x="74675" y="164362"/>
                </a:lnTo>
                <a:cubicBezTo>
                  <a:pt x="67866" y="162520"/>
                  <a:pt x="63345" y="156158"/>
                  <a:pt x="63791" y="149182"/>
                </a:cubicBezTo>
                <a:lnTo>
                  <a:pt x="65298" y="125797"/>
                </a:lnTo>
                <a:cubicBezTo>
                  <a:pt x="60666" y="122225"/>
                  <a:pt x="56592" y="118095"/>
                  <a:pt x="53076" y="113519"/>
                </a:cubicBezTo>
                <a:lnTo>
                  <a:pt x="29635" y="115026"/>
                </a:lnTo>
                <a:cubicBezTo>
                  <a:pt x="22659" y="115472"/>
                  <a:pt x="16297" y="110896"/>
                  <a:pt x="14455" y="104142"/>
                </a:cubicBezTo>
                <a:lnTo>
                  <a:pt x="10548" y="89520"/>
                </a:lnTo>
                <a:cubicBezTo>
                  <a:pt x="8762" y="82767"/>
                  <a:pt x="11943" y="75623"/>
                  <a:pt x="18250" y="72498"/>
                </a:cubicBezTo>
                <a:lnTo>
                  <a:pt x="39291" y="62117"/>
                </a:lnTo>
                <a:cubicBezTo>
                  <a:pt x="39681" y="59271"/>
                  <a:pt x="40239" y="56480"/>
                  <a:pt x="40965" y="53634"/>
                </a:cubicBezTo>
                <a:cubicBezTo>
                  <a:pt x="41746" y="50788"/>
                  <a:pt x="42639" y="48053"/>
                  <a:pt x="43755" y="45430"/>
                </a:cubicBezTo>
                <a:lnTo>
                  <a:pt x="30752" y="25952"/>
                </a:lnTo>
                <a:cubicBezTo>
                  <a:pt x="26845" y="20092"/>
                  <a:pt x="27626" y="12334"/>
                  <a:pt x="32593" y="7367"/>
                </a:cubicBezTo>
                <a:lnTo>
                  <a:pt x="43309" y="-3349"/>
                </a:lnTo>
                <a:cubicBezTo>
                  <a:pt x="48276" y="-8316"/>
                  <a:pt x="56034" y="-9097"/>
                  <a:pt x="61894" y="-5190"/>
                </a:cubicBezTo>
                <a:lnTo>
                  <a:pt x="81428" y="7813"/>
                </a:lnTo>
                <a:cubicBezTo>
                  <a:pt x="86730" y="5637"/>
                  <a:pt x="92366" y="4074"/>
                  <a:pt x="98115" y="3293"/>
                </a:cubicBezTo>
                <a:lnTo>
                  <a:pt x="108496" y="-17692"/>
                </a:lnTo>
                <a:cubicBezTo>
                  <a:pt x="111621" y="-23999"/>
                  <a:pt x="118709" y="-27180"/>
                  <a:pt x="125518" y="-25394"/>
                </a:cubicBezTo>
                <a:close/>
                <a:moveTo>
                  <a:pt x="107379" y="46881"/>
                </a:moveTo>
                <a:cubicBezTo>
                  <a:pt x="93826" y="46881"/>
                  <a:pt x="82823" y="57884"/>
                  <a:pt x="82823" y="71438"/>
                </a:cubicBezTo>
                <a:cubicBezTo>
                  <a:pt x="82823" y="84991"/>
                  <a:pt x="93826" y="95994"/>
                  <a:pt x="107379" y="95994"/>
                </a:cubicBezTo>
                <a:cubicBezTo>
                  <a:pt x="120933" y="95994"/>
                  <a:pt x="131936" y="84991"/>
                  <a:pt x="131936" y="71438"/>
                </a:cubicBezTo>
                <a:cubicBezTo>
                  <a:pt x="131936" y="57884"/>
                  <a:pt x="120933" y="46881"/>
                  <a:pt x="107379" y="46881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1" name="Text 19"/>
          <p:cNvSpPr/>
          <p:nvPr/>
        </p:nvSpPr>
        <p:spPr>
          <a:xfrm>
            <a:off x="4489826" y="2863986"/>
            <a:ext cx="33242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Analyze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489826" y="3282937"/>
            <a:ext cx="3286125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Our AI processes the video using pose estimation to track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33 body landmarks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and calculate critical joint angles throughout the motion.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493227" y="4465695"/>
            <a:ext cx="3207204" cy="654504"/>
          </a:xfrm>
          <a:custGeom>
            <a:avLst/>
            <a:gdLst/>
            <a:ahLst/>
            <a:cxnLst/>
            <a:rect l="l" t="t" r="r" b="b"/>
            <a:pathLst>
              <a:path w="3207204" h="654504">
                <a:moveTo>
                  <a:pt x="76197" y="0"/>
                </a:moveTo>
                <a:lnTo>
                  <a:pt x="3131006" y="0"/>
                </a:lnTo>
                <a:cubicBezTo>
                  <a:pt x="3173089" y="0"/>
                  <a:pt x="3207204" y="34115"/>
                  <a:pt x="3207204" y="76197"/>
                </a:cubicBezTo>
                <a:lnTo>
                  <a:pt x="3207204" y="578306"/>
                </a:lnTo>
                <a:cubicBezTo>
                  <a:pt x="3207204" y="620389"/>
                  <a:pt x="3173089" y="654504"/>
                  <a:pt x="3131006" y="654504"/>
                </a:cubicBezTo>
                <a:lnTo>
                  <a:pt x="76197" y="654504"/>
                </a:lnTo>
                <a:cubicBezTo>
                  <a:pt x="34115" y="654504"/>
                  <a:pt x="0" y="620389"/>
                  <a:pt x="0" y="578306"/>
                </a:cubicBezTo>
                <a:lnTo>
                  <a:pt x="0" y="76197"/>
                </a:lnTo>
                <a:cubicBezTo>
                  <a:pt x="0" y="34115"/>
                  <a:pt x="34115" y="0"/>
                  <a:pt x="76197" y="0"/>
                </a:cubicBezTo>
                <a:close/>
              </a:path>
            </a:pathLst>
          </a:custGeom>
          <a:solidFill>
            <a:srgbClr val="191919"/>
          </a:solidFill>
          <a:ln w="9071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29958" y="461186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31254" y="14585"/>
                </a:moveTo>
                <a:cubicBezTo>
                  <a:pt x="31254" y="6537"/>
                  <a:pt x="37791" y="0"/>
                  <a:pt x="45839" y="0"/>
                </a:cubicBezTo>
                <a:lnTo>
                  <a:pt x="52090" y="0"/>
                </a:lnTo>
                <a:cubicBezTo>
                  <a:pt x="56700" y="0"/>
                  <a:pt x="60424" y="3724"/>
                  <a:pt x="60424" y="8334"/>
                </a:cubicBezTo>
                <a:lnTo>
                  <a:pt x="60424" y="125016"/>
                </a:lnTo>
                <a:cubicBezTo>
                  <a:pt x="60424" y="129626"/>
                  <a:pt x="56700" y="133350"/>
                  <a:pt x="52090" y="133350"/>
                </a:cubicBezTo>
                <a:lnTo>
                  <a:pt x="43755" y="133350"/>
                </a:lnTo>
                <a:cubicBezTo>
                  <a:pt x="35994" y="133350"/>
                  <a:pt x="29457" y="128037"/>
                  <a:pt x="27608" y="120848"/>
                </a:cubicBezTo>
                <a:cubicBezTo>
                  <a:pt x="27425" y="120848"/>
                  <a:pt x="27269" y="120848"/>
                  <a:pt x="27087" y="120848"/>
                </a:cubicBezTo>
                <a:cubicBezTo>
                  <a:pt x="15575" y="120848"/>
                  <a:pt x="6251" y="111524"/>
                  <a:pt x="6251" y="100013"/>
                </a:cubicBezTo>
                <a:cubicBezTo>
                  <a:pt x="6251" y="95324"/>
                  <a:pt x="7813" y="91001"/>
                  <a:pt x="10418" y="87511"/>
                </a:cubicBezTo>
                <a:cubicBezTo>
                  <a:pt x="5365" y="83708"/>
                  <a:pt x="2084" y="77666"/>
                  <a:pt x="2084" y="70842"/>
                </a:cubicBezTo>
                <a:cubicBezTo>
                  <a:pt x="2084" y="62794"/>
                  <a:pt x="6668" y="55788"/>
                  <a:pt x="13335" y="52324"/>
                </a:cubicBezTo>
                <a:cubicBezTo>
                  <a:pt x="11486" y="49199"/>
                  <a:pt x="10418" y="45553"/>
                  <a:pt x="10418" y="41672"/>
                </a:cubicBezTo>
                <a:cubicBezTo>
                  <a:pt x="10418" y="30160"/>
                  <a:pt x="19742" y="20836"/>
                  <a:pt x="31254" y="20836"/>
                </a:cubicBezTo>
                <a:lnTo>
                  <a:pt x="31254" y="14585"/>
                </a:lnTo>
                <a:close/>
                <a:moveTo>
                  <a:pt x="102096" y="14585"/>
                </a:moveTo>
                <a:lnTo>
                  <a:pt x="102096" y="20836"/>
                </a:lnTo>
                <a:cubicBezTo>
                  <a:pt x="113608" y="20836"/>
                  <a:pt x="122932" y="30160"/>
                  <a:pt x="122932" y="41672"/>
                </a:cubicBezTo>
                <a:cubicBezTo>
                  <a:pt x="122932" y="45579"/>
                  <a:pt x="121864" y="49225"/>
                  <a:pt x="120015" y="52324"/>
                </a:cubicBezTo>
                <a:cubicBezTo>
                  <a:pt x="126709" y="55788"/>
                  <a:pt x="131266" y="62768"/>
                  <a:pt x="131266" y="70842"/>
                </a:cubicBezTo>
                <a:cubicBezTo>
                  <a:pt x="131266" y="77666"/>
                  <a:pt x="127985" y="83708"/>
                  <a:pt x="122932" y="87511"/>
                </a:cubicBezTo>
                <a:cubicBezTo>
                  <a:pt x="125537" y="91001"/>
                  <a:pt x="127099" y="95324"/>
                  <a:pt x="127099" y="100013"/>
                </a:cubicBezTo>
                <a:cubicBezTo>
                  <a:pt x="127099" y="111524"/>
                  <a:pt x="117775" y="120848"/>
                  <a:pt x="106263" y="120848"/>
                </a:cubicBezTo>
                <a:cubicBezTo>
                  <a:pt x="106081" y="120848"/>
                  <a:pt x="105925" y="120848"/>
                  <a:pt x="105742" y="120848"/>
                </a:cubicBezTo>
                <a:cubicBezTo>
                  <a:pt x="103893" y="128037"/>
                  <a:pt x="97356" y="133350"/>
                  <a:pt x="89595" y="133350"/>
                </a:cubicBezTo>
                <a:lnTo>
                  <a:pt x="81260" y="133350"/>
                </a:lnTo>
                <a:cubicBezTo>
                  <a:pt x="76650" y="133350"/>
                  <a:pt x="72926" y="129626"/>
                  <a:pt x="72926" y="125016"/>
                </a:cubicBezTo>
                <a:lnTo>
                  <a:pt x="72926" y="8334"/>
                </a:lnTo>
                <a:cubicBezTo>
                  <a:pt x="72926" y="3724"/>
                  <a:pt x="76650" y="0"/>
                  <a:pt x="81260" y="0"/>
                </a:cubicBezTo>
                <a:lnTo>
                  <a:pt x="87511" y="0"/>
                </a:lnTo>
                <a:cubicBezTo>
                  <a:pt x="95559" y="0"/>
                  <a:pt x="102096" y="6537"/>
                  <a:pt x="102096" y="14585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5" name="Text 23"/>
          <p:cNvSpPr/>
          <p:nvPr/>
        </p:nvSpPr>
        <p:spPr>
          <a:xfrm>
            <a:off x="4853710" y="4583376"/>
            <a:ext cx="1009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MediaPipe Pose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629958" y="4840316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16681" y="66675"/>
                </a:moveTo>
                <a:cubicBezTo>
                  <a:pt x="116681" y="39076"/>
                  <a:pt x="94274" y="16669"/>
                  <a:pt x="66675" y="16669"/>
                </a:cubicBezTo>
                <a:cubicBezTo>
                  <a:pt x="39076" y="16669"/>
                  <a:pt x="16669" y="39076"/>
                  <a:pt x="16669" y="66675"/>
                </a:cubicBezTo>
                <a:cubicBezTo>
                  <a:pt x="16669" y="94274"/>
                  <a:pt x="39076" y="116681"/>
                  <a:pt x="66675" y="116681"/>
                </a:cubicBezTo>
                <a:cubicBezTo>
                  <a:pt x="94274" y="116681"/>
                  <a:pt x="116681" y="94274"/>
                  <a:pt x="116681" y="66675"/>
                </a:cubicBezTo>
                <a:close/>
                <a:moveTo>
                  <a:pt x="0" y="66675"/>
                </a:moveTo>
                <a:cubicBezTo>
                  <a:pt x="0" y="29876"/>
                  <a:pt x="29876" y="0"/>
                  <a:pt x="66675" y="0"/>
                </a:cubicBezTo>
                <a:cubicBezTo>
                  <a:pt x="103474" y="0"/>
                  <a:pt x="133350" y="29876"/>
                  <a:pt x="133350" y="66675"/>
                </a:cubicBezTo>
                <a:cubicBezTo>
                  <a:pt x="133350" y="103474"/>
                  <a:pt x="103474" y="133350"/>
                  <a:pt x="66675" y="133350"/>
                </a:cubicBezTo>
                <a:cubicBezTo>
                  <a:pt x="29876" y="133350"/>
                  <a:pt x="0" y="103474"/>
                  <a:pt x="0" y="66675"/>
                </a:cubicBezTo>
                <a:close/>
                <a:moveTo>
                  <a:pt x="66675" y="87511"/>
                </a:moveTo>
                <a:cubicBezTo>
                  <a:pt x="78175" y="87511"/>
                  <a:pt x="87511" y="78175"/>
                  <a:pt x="87511" y="66675"/>
                </a:cubicBezTo>
                <a:cubicBezTo>
                  <a:pt x="87511" y="55175"/>
                  <a:pt x="78175" y="45839"/>
                  <a:pt x="66675" y="45839"/>
                </a:cubicBezTo>
                <a:cubicBezTo>
                  <a:pt x="55175" y="45839"/>
                  <a:pt x="45839" y="55175"/>
                  <a:pt x="45839" y="66675"/>
                </a:cubicBezTo>
                <a:cubicBezTo>
                  <a:pt x="45839" y="78175"/>
                  <a:pt x="55175" y="87511"/>
                  <a:pt x="66675" y="87511"/>
                </a:cubicBezTo>
                <a:close/>
                <a:moveTo>
                  <a:pt x="66675" y="29170"/>
                </a:moveTo>
                <a:cubicBezTo>
                  <a:pt x="87374" y="29170"/>
                  <a:pt x="104180" y="45976"/>
                  <a:pt x="104180" y="66675"/>
                </a:cubicBezTo>
                <a:cubicBezTo>
                  <a:pt x="104180" y="87374"/>
                  <a:pt x="87374" y="104180"/>
                  <a:pt x="66675" y="104180"/>
                </a:cubicBezTo>
                <a:cubicBezTo>
                  <a:pt x="45976" y="104180"/>
                  <a:pt x="29170" y="87374"/>
                  <a:pt x="29170" y="66675"/>
                </a:cubicBezTo>
                <a:cubicBezTo>
                  <a:pt x="29170" y="45976"/>
                  <a:pt x="45976" y="29170"/>
                  <a:pt x="66675" y="29170"/>
                </a:cubicBezTo>
                <a:close/>
                <a:moveTo>
                  <a:pt x="58341" y="66675"/>
                </a:moveTo>
                <a:cubicBezTo>
                  <a:pt x="58341" y="62075"/>
                  <a:pt x="62075" y="58341"/>
                  <a:pt x="66675" y="58341"/>
                </a:cubicBezTo>
                <a:cubicBezTo>
                  <a:pt x="71275" y="58341"/>
                  <a:pt x="75009" y="62075"/>
                  <a:pt x="75009" y="66675"/>
                </a:cubicBezTo>
                <a:cubicBezTo>
                  <a:pt x="75009" y="71275"/>
                  <a:pt x="71275" y="75009"/>
                  <a:pt x="66675" y="75009"/>
                </a:cubicBezTo>
                <a:cubicBezTo>
                  <a:pt x="62075" y="75009"/>
                  <a:pt x="58341" y="71275"/>
                  <a:pt x="58341" y="66675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7" name="Text 25"/>
          <p:cNvSpPr/>
          <p:nvPr/>
        </p:nvSpPr>
        <p:spPr>
          <a:xfrm>
            <a:off x="4853710" y="4811827"/>
            <a:ext cx="1190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Sub-pixel accuracy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131331" y="1908190"/>
            <a:ext cx="3673929" cy="3445329"/>
          </a:xfrm>
          <a:custGeom>
            <a:avLst/>
            <a:gdLst/>
            <a:ahLst/>
            <a:cxnLst/>
            <a:rect l="l" t="t" r="r" b="b"/>
            <a:pathLst>
              <a:path w="3673929" h="3445329">
                <a:moveTo>
                  <a:pt x="114316" y="0"/>
                </a:moveTo>
                <a:lnTo>
                  <a:pt x="3559613" y="0"/>
                </a:lnTo>
                <a:cubicBezTo>
                  <a:pt x="3622748" y="0"/>
                  <a:pt x="3673929" y="51181"/>
                  <a:pt x="3673929" y="114316"/>
                </a:cubicBezTo>
                <a:lnTo>
                  <a:pt x="3673929" y="3331013"/>
                </a:lnTo>
                <a:cubicBezTo>
                  <a:pt x="3673929" y="3394148"/>
                  <a:pt x="3622748" y="3445329"/>
                  <a:pt x="3559613" y="3445329"/>
                </a:cubicBezTo>
                <a:lnTo>
                  <a:pt x="114316" y="3445329"/>
                </a:lnTo>
                <a:cubicBezTo>
                  <a:pt x="51181" y="3445329"/>
                  <a:pt x="0" y="3394148"/>
                  <a:pt x="0" y="3331013"/>
                </a:cubicBezTo>
                <a:lnTo>
                  <a:pt x="0" y="114316"/>
                </a:lnTo>
                <a:cubicBezTo>
                  <a:pt x="0" y="51223"/>
                  <a:pt x="51223" y="0"/>
                  <a:pt x="114316" y="0"/>
                </a:cubicBezTo>
                <a:close/>
              </a:path>
            </a:pathLst>
          </a:custGeom>
          <a:solidFill>
            <a:srgbClr val="262626"/>
          </a:solidFill>
          <a:ln w="9071">
            <a:solidFill>
              <a:srgbClr val="3333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363290" y="2140148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0" name="Text 28"/>
          <p:cNvSpPr/>
          <p:nvPr/>
        </p:nvSpPr>
        <p:spPr>
          <a:xfrm>
            <a:off x="8562508" y="2254428"/>
            <a:ext cx="2476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11256445" y="226389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7859" y="17859"/>
                </a:moveTo>
                <a:cubicBezTo>
                  <a:pt x="27738" y="17859"/>
                  <a:pt x="35719" y="25840"/>
                  <a:pt x="35719" y="35719"/>
                </a:cubicBezTo>
                <a:lnTo>
                  <a:pt x="35719" y="223242"/>
                </a:lnTo>
                <a:cubicBezTo>
                  <a:pt x="35719" y="228154"/>
                  <a:pt x="39737" y="232172"/>
                  <a:pt x="44648" y="232172"/>
                </a:cubicBezTo>
                <a:lnTo>
                  <a:pt x="267891" y="232172"/>
                </a:lnTo>
                <a:cubicBezTo>
                  <a:pt x="277769" y="232172"/>
                  <a:pt x="285750" y="240153"/>
                  <a:pt x="285750" y="250031"/>
                </a:cubicBezTo>
                <a:cubicBezTo>
                  <a:pt x="285750" y="259910"/>
                  <a:pt x="277769" y="267891"/>
                  <a:pt x="267891" y="267891"/>
                </a:cubicBezTo>
                <a:lnTo>
                  <a:pt x="44648" y="267891"/>
                </a:lnTo>
                <a:cubicBezTo>
                  <a:pt x="19980" y="267891"/>
                  <a:pt x="0" y="247910"/>
                  <a:pt x="0" y="223242"/>
                </a:cubicBezTo>
                <a:lnTo>
                  <a:pt x="0" y="35719"/>
                </a:lnTo>
                <a:cubicBezTo>
                  <a:pt x="0" y="25840"/>
                  <a:pt x="7981" y="17859"/>
                  <a:pt x="17859" y="17859"/>
                </a:cubicBezTo>
                <a:close/>
                <a:moveTo>
                  <a:pt x="71438" y="53578"/>
                </a:moveTo>
                <a:cubicBezTo>
                  <a:pt x="71438" y="43700"/>
                  <a:pt x="79418" y="35719"/>
                  <a:pt x="89297" y="35719"/>
                </a:cubicBezTo>
                <a:lnTo>
                  <a:pt x="196453" y="35719"/>
                </a:lnTo>
                <a:cubicBezTo>
                  <a:pt x="206332" y="35719"/>
                  <a:pt x="214313" y="43700"/>
                  <a:pt x="214313" y="53578"/>
                </a:cubicBezTo>
                <a:cubicBezTo>
                  <a:pt x="214313" y="63457"/>
                  <a:pt x="206332" y="71438"/>
                  <a:pt x="196453" y="71438"/>
                </a:cubicBezTo>
                <a:lnTo>
                  <a:pt x="89297" y="71438"/>
                </a:lnTo>
                <a:cubicBezTo>
                  <a:pt x="79418" y="71438"/>
                  <a:pt x="71438" y="63457"/>
                  <a:pt x="71438" y="53578"/>
                </a:cubicBezTo>
                <a:close/>
                <a:moveTo>
                  <a:pt x="89297" y="98227"/>
                </a:moveTo>
                <a:lnTo>
                  <a:pt x="160734" y="98227"/>
                </a:lnTo>
                <a:cubicBezTo>
                  <a:pt x="170613" y="98227"/>
                  <a:pt x="178594" y="106207"/>
                  <a:pt x="178594" y="116086"/>
                </a:cubicBezTo>
                <a:cubicBezTo>
                  <a:pt x="178594" y="125964"/>
                  <a:pt x="170613" y="133945"/>
                  <a:pt x="160734" y="133945"/>
                </a:cubicBezTo>
                <a:lnTo>
                  <a:pt x="89297" y="133945"/>
                </a:lnTo>
                <a:cubicBezTo>
                  <a:pt x="79418" y="133945"/>
                  <a:pt x="71438" y="125964"/>
                  <a:pt x="71438" y="116086"/>
                </a:cubicBezTo>
                <a:cubicBezTo>
                  <a:pt x="71438" y="106207"/>
                  <a:pt x="79418" y="98227"/>
                  <a:pt x="89297" y="98227"/>
                </a:cubicBezTo>
                <a:close/>
                <a:moveTo>
                  <a:pt x="89297" y="160734"/>
                </a:moveTo>
                <a:lnTo>
                  <a:pt x="232172" y="160734"/>
                </a:lnTo>
                <a:cubicBezTo>
                  <a:pt x="242050" y="160734"/>
                  <a:pt x="250031" y="168715"/>
                  <a:pt x="250031" y="178594"/>
                </a:cubicBezTo>
                <a:cubicBezTo>
                  <a:pt x="250031" y="188472"/>
                  <a:pt x="242050" y="196453"/>
                  <a:pt x="232172" y="196453"/>
                </a:cubicBezTo>
                <a:lnTo>
                  <a:pt x="89297" y="196453"/>
                </a:lnTo>
                <a:cubicBezTo>
                  <a:pt x="79418" y="196453"/>
                  <a:pt x="71438" y="188472"/>
                  <a:pt x="71438" y="178594"/>
                </a:cubicBezTo>
                <a:cubicBezTo>
                  <a:pt x="71438" y="168715"/>
                  <a:pt x="79418" y="160734"/>
                  <a:pt x="89297" y="160734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2" name="Text 30"/>
          <p:cNvSpPr/>
          <p:nvPr/>
        </p:nvSpPr>
        <p:spPr>
          <a:xfrm>
            <a:off x="8363290" y="2863986"/>
            <a:ext cx="33242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Feedback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363290" y="3282937"/>
            <a:ext cx="3286125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Receive instant visual overlay showing skeletal tracking with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color-coded angle indicators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and specific improvement suggestions.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366692" y="4465695"/>
            <a:ext cx="3207204" cy="654504"/>
          </a:xfrm>
          <a:custGeom>
            <a:avLst/>
            <a:gdLst/>
            <a:ahLst/>
            <a:cxnLst/>
            <a:rect l="l" t="t" r="r" b="b"/>
            <a:pathLst>
              <a:path w="3207204" h="654504">
                <a:moveTo>
                  <a:pt x="76197" y="0"/>
                </a:moveTo>
                <a:lnTo>
                  <a:pt x="3131006" y="0"/>
                </a:lnTo>
                <a:cubicBezTo>
                  <a:pt x="3173089" y="0"/>
                  <a:pt x="3207204" y="34115"/>
                  <a:pt x="3207204" y="76197"/>
                </a:cubicBezTo>
                <a:lnTo>
                  <a:pt x="3207204" y="578306"/>
                </a:lnTo>
                <a:cubicBezTo>
                  <a:pt x="3207204" y="620389"/>
                  <a:pt x="3173089" y="654504"/>
                  <a:pt x="3131006" y="654504"/>
                </a:cubicBezTo>
                <a:lnTo>
                  <a:pt x="76197" y="654504"/>
                </a:lnTo>
                <a:cubicBezTo>
                  <a:pt x="34115" y="654504"/>
                  <a:pt x="0" y="620389"/>
                  <a:pt x="0" y="578306"/>
                </a:cubicBezTo>
                <a:lnTo>
                  <a:pt x="0" y="76197"/>
                </a:lnTo>
                <a:cubicBezTo>
                  <a:pt x="0" y="34115"/>
                  <a:pt x="34115" y="0"/>
                  <a:pt x="76197" y="0"/>
                </a:cubicBezTo>
                <a:close/>
              </a:path>
            </a:pathLst>
          </a:custGeom>
          <a:solidFill>
            <a:srgbClr val="191919"/>
          </a:solidFill>
          <a:ln w="9071">
            <a:solidFill>
              <a:srgbClr val="3333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495088" y="4611865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75009" y="8334"/>
                </a:moveTo>
                <a:cubicBezTo>
                  <a:pt x="53965" y="8334"/>
                  <a:pt x="37114" y="17919"/>
                  <a:pt x="24847" y="29327"/>
                </a:cubicBezTo>
                <a:cubicBezTo>
                  <a:pt x="12658" y="40656"/>
                  <a:pt x="4506" y="54173"/>
                  <a:pt x="625" y="63471"/>
                </a:cubicBezTo>
                <a:cubicBezTo>
                  <a:pt x="-234" y="65529"/>
                  <a:pt x="-234" y="67821"/>
                  <a:pt x="625" y="69879"/>
                </a:cubicBezTo>
                <a:cubicBezTo>
                  <a:pt x="4506" y="79177"/>
                  <a:pt x="12658" y="92720"/>
                  <a:pt x="24847" y="104023"/>
                </a:cubicBezTo>
                <a:cubicBezTo>
                  <a:pt x="37114" y="115405"/>
                  <a:pt x="53965" y="125016"/>
                  <a:pt x="75009" y="125016"/>
                </a:cubicBezTo>
                <a:cubicBezTo>
                  <a:pt x="96054" y="125016"/>
                  <a:pt x="112905" y="115431"/>
                  <a:pt x="125172" y="104023"/>
                </a:cubicBezTo>
                <a:cubicBezTo>
                  <a:pt x="137361" y="92694"/>
                  <a:pt x="145513" y="79177"/>
                  <a:pt x="149394" y="69879"/>
                </a:cubicBezTo>
                <a:cubicBezTo>
                  <a:pt x="150253" y="67821"/>
                  <a:pt x="150253" y="65529"/>
                  <a:pt x="149394" y="63471"/>
                </a:cubicBezTo>
                <a:cubicBezTo>
                  <a:pt x="145513" y="54173"/>
                  <a:pt x="137361" y="40630"/>
                  <a:pt x="125172" y="29327"/>
                </a:cubicBezTo>
                <a:cubicBezTo>
                  <a:pt x="112905" y="17945"/>
                  <a:pt x="96054" y="8334"/>
                  <a:pt x="75009" y="8334"/>
                </a:cubicBezTo>
                <a:close/>
                <a:moveTo>
                  <a:pt x="37505" y="66675"/>
                </a:moveTo>
                <a:cubicBezTo>
                  <a:pt x="37505" y="45976"/>
                  <a:pt x="54310" y="29170"/>
                  <a:pt x="75009" y="29170"/>
                </a:cubicBezTo>
                <a:cubicBezTo>
                  <a:pt x="95709" y="29170"/>
                  <a:pt x="112514" y="45976"/>
                  <a:pt x="112514" y="66675"/>
                </a:cubicBezTo>
                <a:cubicBezTo>
                  <a:pt x="112514" y="87374"/>
                  <a:pt x="95709" y="104180"/>
                  <a:pt x="75009" y="104180"/>
                </a:cubicBezTo>
                <a:cubicBezTo>
                  <a:pt x="54310" y="104180"/>
                  <a:pt x="37505" y="87374"/>
                  <a:pt x="37505" y="66675"/>
                </a:cubicBezTo>
                <a:close/>
                <a:moveTo>
                  <a:pt x="75009" y="50006"/>
                </a:moveTo>
                <a:cubicBezTo>
                  <a:pt x="75009" y="59200"/>
                  <a:pt x="67534" y="66675"/>
                  <a:pt x="58341" y="66675"/>
                </a:cubicBezTo>
                <a:cubicBezTo>
                  <a:pt x="55345" y="66675"/>
                  <a:pt x="52533" y="65894"/>
                  <a:pt x="50084" y="64487"/>
                </a:cubicBezTo>
                <a:cubicBezTo>
                  <a:pt x="49824" y="67326"/>
                  <a:pt x="50058" y="70243"/>
                  <a:pt x="50840" y="73134"/>
                </a:cubicBezTo>
                <a:cubicBezTo>
                  <a:pt x="54408" y="86469"/>
                  <a:pt x="68134" y="94387"/>
                  <a:pt x="81469" y="90819"/>
                </a:cubicBezTo>
                <a:cubicBezTo>
                  <a:pt x="94804" y="87250"/>
                  <a:pt x="102721" y="73525"/>
                  <a:pt x="99153" y="60190"/>
                </a:cubicBezTo>
                <a:cubicBezTo>
                  <a:pt x="95976" y="48287"/>
                  <a:pt x="84698" y="40708"/>
                  <a:pt x="72822" y="41750"/>
                </a:cubicBezTo>
                <a:cubicBezTo>
                  <a:pt x="74202" y="44172"/>
                  <a:pt x="75009" y="46985"/>
                  <a:pt x="75009" y="50006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6" name="Text 34"/>
          <p:cNvSpPr/>
          <p:nvPr/>
        </p:nvSpPr>
        <p:spPr>
          <a:xfrm>
            <a:off x="8727175" y="4583376"/>
            <a:ext cx="876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 overlay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503423" y="4840316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25016"/>
                </a:moveTo>
                <a:cubicBezTo>
                  <a:pt x="103503" y="125016"/>
                  <a:pt x="133350" y="97017"/>
                  <a:pt x="133350" y="62508"/>
                </a:cubicBezTo>
                <a:cubicBezTo>
                  <a:pt x="133350" y="27998"/>
                  <a:pt x="103503" y="0"/>
                  <a:pt x="66675" y="0"/>
                </a:cubicBezTo>
                <a:cubicBezTo>
                  <a:pt x="29847" y="0"/>
                  <a:pt x="0" y="27998"/>
                  <a:pt x="0" y="62508"/>
                </a:cubicBezTo>
                <a:cubicBezTo>
                  <a:pt x="0" y="76650"/>
                  <a:pt x="5001" y="89673"/>
                  <a:pt x="13439" y="100143"/>
                </a:cubicBezTo>
                <a:lnTo>
                  <a:pt x="729" y="124182"/>
                </a:lnTo>
                <a:cubicBezTo>
                  <a:pt x="-521" y="126526"/>
                  <a:pt x="-130" y="129391"/>
                  <a:pt x="1667" y="131345"/>
                </a:cubicBezTo>
                <a:cubicBezTo>
                  <a:pt x="3464" y="133298"/>
                  <a:pt x="6303" y="133897"/>
                  <a:pt x="8725" y="132855"/>
                </a:cubicBezTo>
                <a:lnTo>
                  <a:pt x="39562" y="119650"/>
                </a:lnTo>
                <a:cubicBezTo>
                  <a:pt x="47845" y="123088"/>
                  <a:pt x="57012" y="125016"/>
                  <a:pt x="66675" y="125016"/>
                </a:cubicBezTo>
                <a:close/>
                <a:moveTo>
                  <a:pt x="33337" y="54173"/>
                </a:moveTo>
                <a:cubicBezTo>
                  <a:pt x="37937" y="54173"/>
                  <a:pt x="41672" y="57908"/>
                  <a:pt x="41672" y="62508"/>
                </a:cubicBezTo>
                <a:cubicBezTo>
                  <a:pt x="41672" y="67108"/>
                  <a:pt x="37937" y="70842"/>
                  <a:pt x="33337" y="70842"/>
                </a:cubicBezTo>
                <a:cubicBezTo>
                  <a:pt x="28738" y="70842"/>
                  <a:pt x="25003" y="67108"/>
                  <a:pt x="25003" y="62508"/>
                </a:cubicBezTo>
                <a:cubicBezTo>
                  <a:pt x="25003" y="57908"/>
                  <a:pt x="28738" y="54173"/>
                  <a:pt x="33337" y="54173"/>
                </a:cubicBezTo>
                <a:close/>
                <a:moveTo>
                  <a:pt x="66675" y="54173"/>
                </a:moveTo>
                <a:cubicBezTo>
                  <a:pt x="71275" y="54173"/>
                  <a:pt x="75009" y="57908"/>
                  <a:pt x="75009" y="62508"/>
                </a:cubicBezTo>
                <a:cubicBezTo>
                  <a:pt x="75009" y="67108"/>
                  <a:pt x="71275" y="70842"/>
                  <a:pt x="66675" y="70842"/>
                </a:cubicBezTo>
                <a:cubicBezTo>
                  <a:pt x="62075" y="70842"/>
                  <a:pt x="58341" y="67108"/>
                  <a:pt x="58341" y="62508"/>
                </a:cubicBezTo>
                <a:cubicBezTo>
                  <a:pt x="58341" y="57908"/>
                  <a:pt x="62075" y="54173"/>
                  <a:pt x="66675" y="54173"/>
                </a:cubicBezTo>
                <a:close/>
                <a:moveTo>
                  <a:pt x="91678" y="62508"/>
                </a:moveTo>
                <a:cubicBezTo>
                  <a:pt x="91678" y="57908"/>
                  <a:pt x="95413" y="54173"/>
                  <a:pt x="100013" y="54173"/>
                </a:cubicBezTo>
                <a:cubicBezTo>
                  <a:pt x="104612" y="54173"/>
                  <a:pt x="108347" y="57908"/>
                  <a:pt x="108347" y="62508"/>
                </a:cubicBezTo>
                <a:cubicBezTo>
                  <a:pt x="108347" y="67108"/>
                  <a:pt x="104612" y="70842"/>
                  <a:pt x="100013" y="70842"/>
                </a:cubicBezTo>
                <a:cubicBezTo>
                  <a:pt x="95413" y="70842"/>
                  <a:pt x="91678" y="67108"/>
                  <a:pt x="91678" y="62508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8" name="Text 36"/>
          <p:cNvSpPr/>
          <p:nvPr/>
        </p:nvSpPr>
        <p:spPr>
          <a:xfrm>
            <a:off x="8727175" y="4811827"/>
            <a:ext cx="942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Actionable tips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384402" y="5552565"/>
            <a:ext cx="11427279" cy="921204"/>
          </a:xfrm>
          <a:custGeom>
            <a:avLst/>
            <a:gdLst/>
            <a:ahLst/>
            <a:cxnLst/>
            <a:rect l="l" t="t" r="r" b="b"/>
            <a:pathLst>
              <a:path w="11427279" h="921204">
                <a:moveTo>
                  <a:pt x="114303" y="0"/>
                </a:moveTo>
                <a:lnTo>
                  <a:pt x="11312976" y="0"/>
                </a:lnTo>
                <a:cubicBezTo>
                  <a:pt x="11376103" y="0"/>
                  <a:pt x="11427279" y="51175"/>
                  <a:pt x="11427279" y="114303"/>
                </a:cubicBezTo>
                <a:lnTo>
                  <a:pt x="11427279" y="806901"/>
                </a:lnTo>
                <a:cubicBezTo>
                  <a:pt x="11427279" y="870028"/>
                  <a:pt x="11376103" y="921204"/>
                  <a:pt x="11312976" y="921204"/>
                </a:cubicBezTo>
                <a:lnTo>
                  <a:pt x="114303" y="921204"/>
                </a:lnTo>
                <a:cubicBezTo>
                  <a:pt x="51175" y="921204"/>
                  <a:pt x="0" y="870028"/>
                  <a:pt x="0" y="806901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rgbClr val="262626"/>
          </a:solidFill>
          <a:ln w="9071">
            <a:solidFill>
              <a:srgbClr val="33333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16404" y="5870207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0" y="142875"/>
                </a:moveTo>
                <a:cubicBezTo>
                  <a:pt x="0" y="64020"/>
                  <a:pt x="64020" y="0"/>
                  <a:pt x="142875" y="0"/>
                </a:cubicBezTo>
                <a:cubicBezTo>
                  <a:pt x="221730" y="0"/>
                  <a:pt x="285750" y="64020"/>
                  <a:pt x="285750" y="142875"/>
                </a:cubicBezTo>
                <a:cubicBezTo>
                  <a:pt x="285750" y="221730"/>
                  <a:pt x="221730" y="285750"/>
                  <a:pt x="142875" y="285750"/>
                </a:cubicBezTo>
                <a:cubicBezTo>
                  <a:pt x="64020" y="285750"/>
                  <a:pt x="0" y="221730"/>
                  <a:pt x="0" y="142875"/>
                </a:cubicBezTo>
                <a:close/>
                <a:moveTo>
                  <a:pt x="160734" y="53578"/>
                </a:moveTo>
                <a:cubicBezTo>
                  <a:pt x="160734" y="43721"/>
                  <a:pt x="152732" y="35719"/>
                  <a:pt x="142875" y="35719"/>
                </a:cubicBezTo>
                <a:cubicBezTo>
                  <a:pt x="133018" y="35719"/>
                  <a:pt x="125016" y="43721"/>
                  <a:pt x="125016" y="53578"/>
                </a:cubicBezTo>
                <a:cubicBezTo>
                  <a:pt x="125016" y="63435"/>
                  <a:pt x="133018" y="71438"/>
                  <a:pt x="142875" y="71438"/>
                </a:cubicBezTo>
                <a:cubicBezTo>
                  <a:pt x="152732" y="71438"/>
                  <a:pt x="160734" y="63435"/>
                  <a:pt x="160734" y="53578"/>
                </a:cubicBezTo>
                <a:close/>
                <a:moveTo>
                  <a:pt x="142875" y="232172"/>
                </a:moveTo>
                <a:cubicBezTo>
                  <a:pt x="162576" y="232172"/>
                  <a:pt x="178594" y="216154"/>
                  <a:pt x="178594" y="196453"/>
                </a:cubicBezTo>
                <a:cubicBezTo>
                  <a:pt x="178594" y="187412"/>
                  <a:pt x="175245" y="179096"/>
                  <a:pt x="169664" y="172845"/>
                </a:cubicBezTo>
                <a:lnTo>
                  <a:pt x="208452" y="95324"/>
                </a:lnTo>
                <a:cubicBezTo>
                  <a:pt x="211745" y="88683"/>
                  <a:pt x="209066" y="80646"/>
                  <a:pt x="202481" y="77353"/>
                </a:cubicBezTo>
                <a:cubicBezTo>
                  <a:pt x="195895" y="74061"/>
                  <a:pt x="187802" y="76740"/>
                  <a:pt x="184510" y="83325"/>
                </a:cubicBezTo>
                <a:lnTo>
                  <a:pt x="145721" y="160846"/>
                </a:lnTo>
                <a:cubicBezTo>
                  <a:pt x="144773" y="160790"/>
                  <a:pt x="143824" y="160734"/>
                  <a:pt x="142875" y="160734"/>
                </a:cubicBezTo>
                <a:cubicBezTo>
                  <a:pt x="123174" y="160734"/>
                  <a:pt x="107156" y="176752"/>
                  <a:pt x="107156" y="196453"/>
                </a:cubicBezTo>
                <a:cubicBezTo>
                  <a:pt x="107156" y="216154"/>
                  <a:pt x="123174" y="232172"/>
                  <a:pt x="142875" y="232172"/>
                </a:cubicBezTo>
                <a:close/>
                <a:moveTo>
                  <a:pt x="98227" y="80367"/>
                </a:moveTo>
                <a:cubicBezTo>
                  <a:pt x="98227" y="70510"/>
                  <a:pt x="90224" y="62508"/>
                  <a:pt x="80367" y="62508"/>
                </a:cubicBezTo>
                <a:cubicBezTo>
                  <a:pt x="70510" y="62508"/>
                  <a:pt x="62508" y="70510"/>
                  <a:pt x="62508" y="80367"/>
                </a:cubicBezTo>
                <a:cubicBezTo>
                  <a:pt x="62508" y="90224"/>
                  <a:pt x="70510" y="98227"/>
                  <a:pt x="80367" y="98227"/>
                </a:cubicBezTo>
                <a:cubicBezTo>
                  <a:pt x="90224" y="98227"/>
                  <a:pt x="98227" y="90224"/>
                  <a:pt x="98227" y="80367"/>
                </a:cubicBezTo>
                <a:close/>
                <a:moveTo>
                  <a:pt x="53578" y="160734"/>
                </a:moveTo>
                <a:cubicBezTo>
                  <a:pt x="63435" y="160734"/>
                  <a:pt x="71438" y="152732"/>
                  <a:pt x="71438" y="142875"/>
                </a:cubicBezTo>
                <a:cubicBezTo>
                  <a:pt x="71438" y="133018"/>
                  <a:pt x="63435" y="125016"/>
                  <a:pt x="53578" y="125016"/>
                </a:cubicBezTo>
                <a:cubicBezTo>
                  <a:pt x="43721" y="125016"/>
                  <a:pt x="35719" y="133018"/>
                  <a:pt x="35719" y="142875"/>
                </a:cubicBezTo>
                <a:cubicBezTo>
                  <a:pt x="35719" y="152732"/>
                  <a:pt x="43721" y="160734"/>
                  <a:pt x="53578" y="160734"/>
                </a:cubicBezTo>
                <a:close/>
                <a:moveTo>
                  <a:pt x="250031" y="142875"/>
                </a:moveTo>
                <a:cubicBezTo>
                  <a:pt x="250031" y="133018"/>
                  <a:pt x="242029" y="125016"/>
                  <a:pt x="232172" y="125016"/>
                </a:cubicBezTo>
                <a:cubicBezTo>
                  <a:pt x="222315" y="125016"/>
                  <a:pt x="214313" y="133018"/>
                  <a:pt x="214313" y="142875"/>
                </a:cubicBezTo>
                <a:cubicBezTo>
                  <a:pt x="214313" y="152732"/>
                  <a:pt x="222315" y="160734"/>
                  <a:pt x="232172" y="160734"/>
                </a:cubicBezTo>
                <a:cubicBezTo>
                  <a:pt x="242029" y="160734"/>
                  <a:pt x="250031" y="152732"/>
                  <a:pt x="250031" y="142875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1" name="Text 39"/>
          <p:cNvSpPr/>
          <p:nvPr/>
        </p:nvSpPr>
        <p:spPr>
          <a:xfrm>
            <a:off x="1087827" y="5765390"/>
            <a:ext cx="3133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Processing Time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087827" y="6032111"/>
            <a:ext cx="3124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From upload to feedback in under 30 seconds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9076177" y="5746468"/>
            <a:ext cx="7905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&lt;30s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9114277" y="6089303"/>
            <a:ext cx="714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Total time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9954051" y="5746468"/>
            <a:ext cx="7905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33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9992151" y="6089303"/>
            <a:ext cx="714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Landmarks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0834900" y="5746468"/>
            <a:ext cx="8477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8+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10873000" y="6089303"/>
            <a:ext cx="771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Joint angles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8100" cy="304800"/>
          </a:xfrm>
          <a:custGeom>
            <a:avLst/>
            <a:gdLst/>
            <a:ahLst/>
            <a:cxnLst/>
            <a:rect l="l" t="t" r="r" b="b"/>
            <a:pathLst>
              <a:path w="38100" h="304800">
                <a:moveTo>
                  <a:pt x="0" y="0"/>
                </a:moveTo>
                <a:lnTo>
                  <a:pt x="38100" y="0"/>
                </a:lnTo>
                <a:lnTo>
                  <a:pt x="381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533336" y="438192"/>
            <a:ext cx="1028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Technology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838116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Built for Performance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1409616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Modern, efficient, and accessible technology stack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4402" y="1908190"/>
            <a:ext cx="6712404" cy="1454604"/>
          </a:xfrm>
          <a:custGeom>
            <a:avLst/>
            <a:gdLst/>
            <a:ahLst/>
            <a:cxnLst/>
            <a:rect l="l" t="t" r="r" b="b"/>
            <a:pathLst>
              <a:path w="6712404" h="1454604">
                <a:moveTo>
                  <a:pt x="114303" y="0"/>
                </a:moveTo>
                <a:lnTo>
                  <a:pt x="6598101" y="0"/>
                </a:lnTo>
                <a:cubicBezTo>
                  <a:pt x="6661228" y="0"/>
                  <a:pt x="6712404" y="51175"/>
                  <a:pt x="6712404" y="114303"/>
                </a:cubicBezTo>
                <a:lnTo>
                  <a:pt x="6712404" y="1340301"/>
                </a:lnTo>
                <a:cubicBezTo>
                  <a:pt x="6712404" y="1403428"/>
                  <a:pt x="6661228" y="1454604"/>
                  <a:pt x="6598101" y="1454604"/>
                </a:cubicBezTo>
                <a:lnTo>
                  <a:pt x="114303" y="1454604"/>
                </a:lnTo>
                <a:cubicBezTo>
                  <a:pt x="51175" y="1454604"/>
                  <a:pt x="0" y="1403428"/>
                  <a:pt x="0" y="1340301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rgbClr val="262626"/>
          </a:solidFill>
          <a:ln w="9071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8304" y="210209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06849" y="2216369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96364" y="89520"/>
                </a:moveTo>
                <a:cubicBezTo>
                  <a:pt x="192926" y="75724"/>
                  <a:pt x="186407" y="65321"/>
                  <a:pt x="172522" y="65321"/>
                </a:cubicBezTo>
                <a:lnTo>
                  <a:pt x="154618" y="65321"/>
                </a:lnTo>
                <a:lnTo>
                  <a:pt x="154618" y="86484"/>
                </a:lnTo>
                <a:cubicBezTo>
                  <a:pt x="154618" y="102915"/>
                  <a:pt x="140687" y="116756"/>
                  <a:pt x="124792" y="116756"/>
                </a:cubicBezTo>
                <a:lnTo>
                  <a:pt x="77108" y="116756"/>
                </a:lnTo>
                <a:cubicBezTo>
                  <a:pt x="64071" y="116756"/>
                  <a:pt x="53266" y="127918"/>
                  <a:pt x="53266" y="141000"/>
                </a:cubicBezTo>
                <a:lnTo>
                  <a:pt x="53266" y="186452"/>
                </a:lnTo>
                <a:cubicBezTo>
                  <a:pt x="53266" y="199400"/>
                  <a:pt x="64517" y="206990"/>
                  <a:pt x="77108" y="210696"/>
                </a:cubicBezTo>
                <a:cubicBezTo>
                  <a:pt x="92199" y="215116"/>
                  <a:pt x="106710" y="215920"/>
                  <a:pt x="124792" y="210696"/>
                </a:cubicBezTo>
                <a:cubicBezTo>
                  <a:pt x="136803" y="207213"/>
                  <a:pt x="148635" y="200204"/>
                  <a:pt x="148635" y="186452"/>
                </a:cubicBezTo>
                <a:lnTo>
                  <a:pt x="148635" y="168280"/>
                </a:lnTo>
                <a:lnTo>
                  <a:pt x="100995" y="168280"/>
                </a:lnTo>
                <a:lnTo>
                  <a:pt x="100995" y="162208"/>
                </a:lnTo>
                <a:lnTo>
                  <a:pt x="172522" y="162208"/>
                </a:lnTo>
                <a:cubicBezTo>
                  <a:pt x="186407" y="162208"/>
                  <a:pt x="191542" y="152519"/>
                  <a:pt x="196364" y="138008"/>
                </a:cubicBezTo>
                <a:cubicBezTo>
                  <a:pt x="201364" y="123051"/>
                  <a:pt x="201141" y="108674"/>
                  <a:pt x="196364" y="89520"/>
                </a:cubicBezTo>
                <a:close/>
                <a:moveTo>
                  <a:pt x="127784" y="198552"/>
                </a:moveTo>
                <a:cubicBezTo>
                  <a:pt x="124386" y="198790"/>
                  <a:pt x="121139" y="197112"/>
                  <a:pt x="119367" y="194203"/>
                </a:cubicBezTo>
                <a:cubicBezTo>
                  <a:pt x="117595" y="191293"/>
                  <a:pt x="117595" y="187638"/>
                  <a:pt x="119367" y="184729"/>
                </a:cubicBezTo>
                <a:cubicBezTo>
                  <a:pt x="121139" y="181819"/>
                  <a:pt x="124386" y="180141"/>
                  <a:pt x="127784" y="180380"/>
                </a:cubicBezTo>
                <a:cubicBezTo>
                  <a:pt x="131182" y="180141"/>
                  <a:pt x="134429" y="181819"/>
                  <a:pt x="136201" y="184729"/>
                </a:cubicBezTo>
                <a:cubicBezTo>
                  <a:pt x="137972" y="187638"/>
                  <a:pt x="137972" y="191293"/>
                  <a:pt x="136201" y="194203"/>
                </a:cubicBezTo>
                <a:cubicBezTo>
                  <a:pt x="134429" y="197112"/>
                  <a:pt x="131182" y="198790"/>
                  <a:pt x="127784" y="198552"/>
                </a:cubicBezTo>
                <a:close/>
                <a:moveTo>
                  <a:pt x="74920" y="110773"/>
                </a:moveTo>
                <a:lnTo>
                  <a:pt x="122605" y="110773"/>
                </a:lnTo>
                <a:cubicBezTo>
                  <a:pt x="135865" y="110773"/>
                  <a:pt x="146447" y="99834"/>
                  <a:pt x="146447" y="86529"/>
                </a:cubicBezTo>
                <a:lnTo>
                  <a:pt x="146447" y="41032"/>
                </a:lnTo>
                <a:cubicBezTo>
                  <a:pt x="146447" y="28084"/>
                  <a:pt x="135553" y="18395"/>
                  <a:pt x="122605" y="16207"/>
                </a:cubicBezTo>
                <a:cubicBezTo>
                  <a:pt x="106620" y="13573"/>
                  <a:pt x="89252" y="13707"/>
                  <a:pt x="74920" y="16252"/>
                </a:cubicBezTo>
                <a:cubicBezTo>
                  <a:pt x="54739" y="19824"/>
                  <a:pt x="51078" y="27280"/>
                  <a:pt x="51078" y="41077"/>
                </a:cubicBezTo>
                <a:lnTo>
                  <a:pt x="51078" y="59248"/>
                </a:lnTo>
                <a:lnTo>
                  <a:pt x="98807" y="59248"/>
                </a:lnTo>
                <a:lnTo>
                  <a:pt x="98807" y="65321"/>
                </a:lnTo>
                <a:lnTo>
                  <a:pt x="33174" y="65321"/>
                </a:lnTo>
                <a:cubicBezTo>
                  <a:pt x="19288" y="65321"/>
                  <a:pt x="7144" y="73670"/>
                  <a:pt x="3349" y="89520"/>
                </a:cubicBezTo>
                <a:cubicBezTo>
                  <a:pt x="-1027" y="107692"/>
                  <a:pt x="-1206" y="119033"/>
                  <a:pt x="3349" y="138008"/>
                </a:cubicBezTo>
                <a:cubicBezTo>
                  <a:pt x="6742" y="152117"/>
                  <a:pt x="14823" y="162208"/>
                  <a:pt x="28709" y="162208"/>
                </a:cubicBezTo>
                <a:lnTo>
                  <a:pt x="45095" y="162208"/>
                </a:lnTo>
                <a:lnTo>
                  <a:pt x="45095" y="140419"/>
                </a:lnTo>
                <a:cubicBezTo>
                  <a:pt x="45095" y="124658"/>
                  <a:pt x="58713" y="110773"/>
                  <a:pt x="74920" y="110773"/>
                </a:cubicBezTo>
                <a:close/>
                <a:moveTo>
                  <a:pt x="71973" y="28888"/>
                </a:moveTo>
                <a:cubicBezTo>
                  <a:pt x="77000" y="28888"/>
                  <a:pt x="81082" y="32969"/>
                  <a:pt x="81082" y="37996"/>
                </a:cubicBezTo>
                <a:cubicBezTo>
                  <a:pt x="81082" y="43023"/>
                  <a:pt x="77000" y="47104"/>
                  <a:pt x="71973" y="47104"/>
                </a:cubicBezTo>
                <a:cubicBezTo>
                  <a:pt x="66946" y="47104"/>
                  <a:pt x="62865" y="43023"/>
                  <a:pt x="62865" y="37996"/>
                </a:cubicBezTo>
                <a:cubicBezTo>
                  <a:pt x="62865" y="32969"/>
                  <a:pt x="66946" y="28888"/>
                  <a:pt x="71973" y="28888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1187755" y="2102090"/>
            <a:ext cx="2028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Python Backend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7755" y="2368707"/>
            <a:ext cx="2000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Robust video processing pipeline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78304" y="2673486"/>
            <a:ext cx="64008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Handles video ingestion, frame extraction, preprocessing, and coordinates the ML pipeline. Optimized for efficient memory usage and fast processing.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84402" y="3521913"/>
            <a:ext cx="6712404" cy="1454604"/>
          </a:xfrm>
          <a:custGeom>
            <a:avLst/>
            <a:gdLst/>
            <a:ahLst/>
            <a:cxnLst/>
            <a:rect l="l" t="t" r="r" b="b"/>
            <a:pathLst>
              <a:path w="6712404" h="1454604">
                <a:moveTo>
                  <a:pt x="114303" y="0"/>
                </a:moveTo>
                <a:lnTo>
                  <a:pt x="6598101" y="0"/>
                </a:lnTo>
                <a:cubicBezTo>
                  <a:pt x="6661228" y="0"/>
                  <a:pt x="6712404" y="51175"/>
                  <a:pt x="6712404" y="114303"/>
                </a:cubicBezTo>
                <a:lnTo>
                  <a:pt x="6712404" y="1340301"/>
                </a:lnTo>
                <a:cubicBezTo>
                  <a:pt x="6712404" y="1403428"/>
                  <a:pt x="6661228" y="1454604"/>
                  <a:pt x="6598101" y="1454604"/>
                </a:cubicBezTo>
                <a:lnTo>
                  <a:pt x="114303" y="1454604"/>
                </a:lnTo>
                <a:cubicBezTo>
                  <a:pt x="51175" y="1454604"/>
                  <a:pt x="0" y="1403428"/>
                  <a:pt x="0" y="1340301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rgbClr val="262626"/>
          </a:solidFill>
          <a:ln w="9071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78304" y="371581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78274" y="3830092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28588" y="14288"/>
                </a:moveTo>
                <a:cubicBezTo>
                  <a:pt x="92512" y="14288"/>
                  <a:pt x="63624" y="30718"/>
                  <a:pt x="42595" y="50274"/>
                </a:cubicBezTo>
                <a:cubicBezTo>
                  <a:pt x="21699" y="69696"/>
                  <a:pt x="7724" y="92869"/>
                  <a:pt x="1072" y="108808"/>
                </a:cubicBezTo>
                <a:cubicBezTo>
                  <a:pt x="-402" y="112335"/>
                  <a:pt x="-402" y="116265"/>
                  <a:pt x="1072" y="119792"/>
                </a:cubicBezTo>
                <a:cubicBezTo>
                  <a:pt x="7724" y="135731"/>
                  <a:pt x="21699" y="158948"/>
                  <a:pt x="42595" y="178326"/>
                </a:cubicBezTo>
                <a:cubicBezTo>
                  <a:pt x="63624" y="197837"/>
                  <a:pt x="92512" y="214313"/>
                  <a:pt x="128588" y="214313"/>
                </a:cubicBezTo>
                <a:cubicBezTo>
                  <a:pt x="164663" y="214313"/>
                  <a:pt x="193551" y="197882"/>
                  <a:pt x="214580" y="178326"/>
                </a:cubicBezTo>
                <a:cubicBezTo>
                  <a:pt x="235476" y="158904"/>
                  <a:pt x="249451" y="135731"/>
                  <a:pt x="256103" y="119792"/>
                </a:cubicBezTo>
                <a:cubicBezTo>
                  <a:pt x="257577" y="116265"/>
                  <a:pt x="257577" y="112335"/>
                  <a:pt x="256103" y="108808"/>
                </a:cubicBezTo>
                <a:cubicBezTo>
                  <a:pt x="249451" y="92869"/>
                  <a:pt x="235476" y="69652"/>
                  <a:pt x="214580" y="50274"/>
                </a:cubicBezTo>
                <a:cubicBezTo>
                  <a:pt x="193551" y="30763"/>
                  <a:pt x="164663" y="14287"/>
                  <a:pt x="128588" y="14287"/>
                </a:cubicBezTo>
                <a:close/>
                <a:moveTo>
                  <a:pt x="64294" y="114300"/>
                </a:moveTo>
                <a:cubicBezTo>
                  <a:pt x="64294" y="78815"/>
                  <a:pt x="93103" y="50006"/>
                  <a:pt x="128588" y="50006"/>
                </a:cubicBezTo>
                <a:cubicBezTo>
                  <a:pt x="164072" y="50006"/>
                  <a:pt x="192881" y="78815"/>
                  <a:pt x="192881" y="114300"/>
                </a:cubicBezTo>
                <a:cubicBezTo>
                  <a:pt x="192881" y="149785"/>
                  <a:pt x="164072" y="178594"/>
                  <a:pt x="128588" y="178594"/>
                </a:cubicBezTo>
                <a:cubicBezTo>
                  <a:pt x="93103" y="178594"/>
                  <a:pt x="64294" y="149785"/>
                  <a:pt x="64294" y="114300"/>
                </a:cubicBezTo>
                <a:close/>
                <a:moveTo>
                  <a:pt x="128588" y="85725"/>
                </a:moveTo>
                <a:cubicBezTo>
                  <a:pt x="128588" y="101486"/>
                  <a:pt x="115773" y="114300"/>
                  <a:pt x="100013" y="114300"/>
                </a:cubicBezTo>
                <a:cubicBezTo>
                  <a:pt x="94878" y="114300"/>
                  <a:pt x="90056" y="112961"/>
                  <a:pt x="85859" y="110550"/>
                </a:cubicBezTo>
                <a:cubicBezTo>
                  <a:pt x="85412" y="115416"/>
                  <a:pt x="85814" y="120417"/>
                  <a:pt x="87154" y="125373"/>
                </a:cubicBezTo>
                <a:cubicBezTo>
                  <a:pt x="93271" y="148233"/>
                  <a:pt x="116800" y="161806"/>
                  <a:pt x="139660" y="155689"/>
                </a:cubicBezTo>
                <a:cubicBezTo>
                  <a:pt x="162520" y="149572"/>
                  <a:pt x="176093" y="126043"/>
                  <a:pt x="169977" y="103183"/>
                </a:cubicBezTo>
                <a:cubicBezTo>
                  <a:pt x="164529" y="82778"/>
                  <a:pt x="145197" y="69786"/>
                  <a:pt x="124837" y="71571"/>
                </a:cubicBezTo>
                <a:cubicBezTo>
                  <a:pt x="127203" y="75724"/>
                  <a:pt x="128588" y="80546"/>
                  <a:pt x="128588" y="85725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5" name="Text 13"/>
          <p:cNvSpPr/>
          <p:nvPr/>
        </p:nvSpPr>
        <p:spPr>
          <a:xfrm>
            <a:off x="1187755" y="3715813"/>
            <a:ext cx="1933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OpenCV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87755" y="3982429"/>
            <a:ext cx="190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Computer vision &amp; visualization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78304" y="4287208"/>
            <a:ext cx="64008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Industry-standard library for video frame extraction, image preprocessing, and overlay rendering. Enables real-time skeletal visualization with smooth performance.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84402" y="5135633"/>
            <a:ext cx="6712404" cy="1454604"/>
          </a:xfrm>
          <a:custGeom>
            <a:avLst/>
            <a:gdLst/>
            <a:ahLst/>
            <a:cxnLst/>
            <a:rect l="l" t="t" r="r" b="b"/>
            <a:pathLst>
              <a:path w="6712404" h="1454604">
                <a:moveTo>
                  <a:pt x="114303" y="0"/>
                </a:moveTo>
                <a:lnTo>
                  <a:pt x="6598101" y="0"/>
                </a:lnTo>
                <a:cubicBezTo>
                  <a:pt x="6661228" y="0"/>
                  <a:pt x="6712404" y="51175"/>
                  <a:pt x="6712404" y="114303"/>
                </a:cubicBezTo>
                <a:lnTo>
                  <a:pt x="6712404" y="1340301"/>
                </a:lnTo>
                <a:cubicBezTo>
                  <a:pt x="6712404" y="1403428"/>
                  <a:pt x="6661228" y="1454604"/>
                  <a:pt x="6598101" y="1454604"/>
                </a:cubicBezTo>
                <a:lnTo>
                  <a:pt x="114303" y="1454604"/>
                </a:lnTo>
                <a:cubicBezTo>
                  <a:pt x="51175" y="1454604"/>
                  <a:pt x="0" y="1403428"/>
                  <a:pt x="0" y="1340301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rgbClr val="262626"/>
          </a:solidFill>
          <a:ln w="9071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78304" y="532953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692561" y="5443814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3578" y="25003"/>
                </a:moveTo>
                <a:cubicBezTo>
                  <a:pt x="53578" y="11207"/>
                  <a:pt x="64785" y="0"/>
                  <a:pt x="78581" y="0"/>
                </a:cubicBezTo>
                <a:lnTo>
                  <a:pt x="89297" y="0"/>
                </a:lnTo>
                <a:cubicBezTo>
                  <a:pt x="97200" y="0"/>
                  <a:pt x="103584" y="6385"/>
                  <a:pt x="103584" y="14288"/>
                </a:cubicBezTo>
                <a:lnTo>
                  <a:pt x="103584" y="214313"/>
                </a:lnTo>
                <a:cubicBezTo>
                  <a:pt x="103584" y="222215"/>
                  <a:pt x="97200" y="228600"/>
                  <a:pt x="89297" y="228600"/>
                </a:cubicBezTo>
                <a:lnTo>
                  <a:pt x="75009" y="228600"/>
                </a:lnTo>
                <a:cubicBezTo>
                  <a:pt x="61704" y="228600"/>
                  <a:pt x="50497" y="219492"/>
                  <a:pt x="47327" y="207169"/>
                </a:cubicBezTo>
                <a:cubicBezTo>
                  <a:pt x="47015" y="207169"/>
                  <a:pt x="46747" y="207169"/>
                  <a:pt x="46434" y="207169"/>
                </a:cubicBezTo>
                <a:cubicBezTo>
                  <a:pt x="26700" y="207169"/>
                  <a:pt x="10716" y="191185"/>
                  <a:pt x="10716" y="171450"/>
                </a:cubicBezTo>
                <a:cubicBezTo>
                  <a:pt x="10716" y="163413"/>
                  <a:pt x="13395" y="156002"/>
                  <a:pt x="17859" y="150019"/>
                </a:cubicBezTo>
                <a:cubicBezTo>
                  <a:pt x="9198" y="143500"/>
                  <a:pt x="3572" y="133142"/>
                  <a:pt x="3572" y="121444"/>
                </a:cubicBezTo>
                <a:cubicBezTo>
                  <a:pt x="3572" y="107647"/>
                  <a:pt x="11430" y="95637"/>
                  <a:pt x="22860" y="89699"/>
                </a:cubicBezTo>
                <a:cubicBezTo>
                  <a:pt x="19690" y="84341"/>
                  <a:pt x="17859" y="78090"/>
                  <a:pt x="17859" y="71438"/>
                </a:cubicBezTo>
                <a:cubicBezTo>
                  <a:pt x="17859" y="51703"/>
                  <a:pt x="33844" y="35719"/>
                  <a:pt x="53578" y="35719"/>
                </a:cubicBezTo>
                <a:lnTo>
                  <a:pt x="53578" y="25003"/>
                </a:lnTo>
                <a:close/>
                <a:moveTo>
                  <a:pt x="175022" y="25003"/>
                </a:moveTo>
                <a:lnTo>
                  <a:pt x="175022" y="35719"/>
                </a:lnTo>
                <a:cubicBezTo>
                  <a:pt x="194756" y="35719"/>
                  <a:pt x="210741" y="51703"/>
                  <a:pt x="210741" y="71438"/>
                </a:cubicBezTo>
                <a:cubicBezTo>
                  <a:pt x="210741" y="78135"/>
                  <a:pt x="208910" y="84386"/>
                  <a:pt x="205740" y="89699"/>
                </a:cubicBezTo>
                <a:cubicBezTo>
                  <a:pt x="217215" y="95637"/>
                  <a:pt x="225028" y="107603"/>
                  <a:pt x="225028" y="121444"/>
                </a:cubicBezTo>
                <a:cubicBezTo>
                  <a:pt x="225028" y="133142"/>
                  <a:pt x="219402" y="143500"/>
                  <a:pt x="210741" y="150019"/>
                </a:cubicBezTo>
                <a:cubicBezTo>
                  <a:pt x="215205" y="156002"/>
                  <a:pt x="217884" y="163413"/>
                  <a:pt x="217884" y="171450"/>
                </a:cubicBezTo>
                <a:cubicBezTo>
                  <a:pt x="217884" y="191185"/>
                  <a:pt x="201900" y="207169"/>
                  <a:pt x="182166" y="207169"/>
                </a:cubicBezTo>
                <a:cubicBezTo>
                  <a:pt x="181853" y="207169"/>
                  <a:pt x="181585" y="207169"/>
                  <a:pt x="181273" y="207169"/>
                </a:cubicBezTo>
                <a:cubicBezTo>
                  <a:pt x="178103" y="219492"/>
                  <a:pt x="166896" y="228600"/>
                  <a:pt x="153591" y="228600"/>
                </a:cubicBezTo>
                <a:lnTo>
                  <a:pt x="139303" y="228600"/>
                </a:lnTo>
                <a:cubicBezTo>
                  <a:pt x="131400" y="228600"/>
                  <a:pt x="125016" y="222215"/>
                  <a:pt x="125016" y="214313"/>
                </a:cubicBezTo>
                <a:lnTo>
                  <a:pt x="125016" y="14288"/>
                </a:lnTo>
                <a:cubicBezTo>
                  <a:pt x="125016" y="6385"/>
                  <a:pt x="131400" y="0"/>
                  <a:pt x="139303" y="0"/>
                </a:cubicBezTo>
                <a:lnTo>
                  <a:pt x="150019" y="0"/>
                </a:lnTo>
                <a:cubicBezTo>
                  <a:pt x="163815" y="0"/>
                  <a:pt x="175022" y="11207"/>
                  <a:pt x="175022" y="25003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1" name="Text 19"/>
          <p:cNvSpPr/>
          <p:nvPr/>
        </p:nvSpPr>
        <p:spPr>
          <a:xfrm>
            <a:off x="1187755" y="5329535"/>
            <a:ext cx="1628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Google MediaPipe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87755" y="5596151"/>
            <a:ext cx="1600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Pose estimation model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78304" y="5900931"/>
            <a:ext cx="64008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Pre-trained model delivering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33-landmark human pose estimation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with sub-pixel accuracy. Lightweight and optimized for real-time performance on standard hardware.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333825" y="1908190"/>
            <a:ext cx="4474029" cy="1492704"/>
          </a:xfrm>
          <a:custGeom>
            <a:avLst/>
            <a:gdLst/>
            <a:ahLst/>
            <a:cxnLst/>
            <a:rect l="l" t="t" r="r" b="b"/>
            <a:pathLst>
              <a:path w="4474029" h="1492704">
                <a:moveTo>
                  <a:pt x="114296" y="0"/>
                </a:moveTo>
                <a:lnTo>
                  <a:pt x="4359732" y="0"/>
                </a:lnTo>
                <a:cubicBezTo>
                  <a:pt x="4422856" y="0"/>
                  <a:pt x="4474029" y="51172"/>
                  <a:pt x="4474029" y="114296"/>
                </a:cubicBezTo>
                <a:lnTo>
                  <a:pt x="4474029" y="1378407"/>
                </a:lnTo>
                <a:cubicBezTo>
                  <a:pt x="4474029" y="1441531"/>
                  <a:pt x="4422856" y="1492704"/>
                  <a:pt x="4359732" y="1492704"/>
                </a:cubicBezTo>
                <a:lnTo>
                  <a:pt x="114296" y="1492704"/>
                </a:lnTo>
                <a:cubicBezTo>
                  <a:pt x="51172" y="1492704"/>
                  <a:pt x="0" y="1441531"/>
                  <a:pt x="0" y="1378407"/>
                </a:cubicBezTo>
                <a:lnTo>
                  <a:pt x="0" y="114296"/>
                </a:lnTo>
                <a:cubicBezTo>
                  <a:pt x="0" y="51172"/>
                  <a:pt x="51172" y="0"/>
                  <a:pt x="114296" y="0"/>
                </a:cubicBezTo>
                <a:close/>
              </a:path>
            </a:pathLst>
          </a:custGeom>
          <a:solidFill>
            <a:srgbClr val="262626"/>
          </a:solidFill>
          <a:ln w="9071">
            <a:solidFill>
              <a:srgbClr val="333333"/>
            </a:solidFill>
            <a:prstDash val="solid"/>
          </a:ln>
        </p:spPr>
      </p:sp>
      <p:pic>
        <p:nvPicPr>
          <p:cNvPr id="25" name="Image 0" descr="https://kimi-web-img.moonshot.cn/img/www.rollingstone.com/902e5b6f26ecd980638fbf00774d662c4f4e70d8.jpg">    </p:cNvPr>
          <p:cNvPicPr>
            <a:picLocks noChangeAspect="1"/>
          </p:cNvPicPr>
          <p:nvPr/>
        </p:nvPicPr>
        <p:blipFill>
          <a:blip r:embed="rId1"/>
          <a:srcRect l="0" r="0" t="25057" b="25057"/>
          <a:stretch/>
        </p:blipFill>
        <p:spPr>
          <a:xfrm>
            <a:off x="7337227" y="1911590"/>
            <a:ext cx="4467225" cy="1485900"/>
          </a:xfrm>
          <a:prstGeom prst="roundRect">
            <a:avLst>
              <a:gd name="adj" fmla="val 7692"/>
            </a:avLst>
          </a:prstGeom>
        </p:spPr>
      </p:pic>
      <p:sp>
        <p:nvSpPr>
          <p:cNvPr id="26" name="Shape 23"/>
          <p:cNvSpPr/>
          <p:nvPr/>
        </p:nvSpPr>
        <p:spPr>
          <a:xfrm>
            <a:off x="7337227" y="1911590"/>
            <a:ext cx="4467225" cy="1485900"/>
          </a:xfrm>
          <a:custGeom>
            <a:avLst/>
            <a:gdLst/>
            <a:ahLst/>
            <a:cxnLst/>
            <a:rect l="l" t="t" r="r" b="b"/>
            <a:pathLst>
              <a:path w="4467225" h="1485900">
                <a:moveTo>
                  <a:pt x="0" y="0"/>
                </a:moveTo>
                <a:lnTo>
                  <a:pt x="4467225" y="0"/>
                </a:lnTo>
                <a:lnTo>
                  <a:pt x="4467225" y="1485900"/>
                </a:lnTo>
                <a:lnTo>
                  <a:pt x="0" y="14859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91919"/>
              </a:gs>
              <a:gs pos="50000">
                <a:srgbClr val="191919">
                  <a:alpha val="5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/>
        </p:spPr>
      </p:sp>
      <p:sp>
        <p:nvSpPr>
          <p:cNvPr id="27" name="Text 24"/>
          <p:cNvSpPr/>
          <p:nvPr/>
        </p:nvSpPr>
        <p:spPr>
          <a:xfrm>
            <a:off x="7489563" y="2747686"/>
            <a:ext cx="4229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 Stack Overview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7489563" y="2976137"/>
            <a:ext cx="4248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Modern tools for modern problems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7333825" y="3557736"/>
            <a:ext cx="4474029" cy="2026104"/>
          </a:xfrm>
          <a:custGeom>
            <a:avLst/>
            <a:gdLst/>
            <a:ahLst/>
            <a:cxnLst/>
            <a:rect l="l" t="t" r="r" b="b"/>
            <a:pathLst>
              <a:path w="4474029" h="2026104">
                <a:moveTo>
                  <a:pt x="114293" y="0"/>
                </a:moveTo>
                <a:lnTo>
                  <a:pt x="4359736" y="0"/>
                </a:lnTo>
                <a:cubicBezTo>
                  <a:pt x="4422816" y="0"/>
                  <a:pt x="4474029" y="51213"/>
                  <a:pt x="4474029" y="114293"/>
                </a:cubicBezTo>
                <a:lnTo>
                  <a:pt x="4474029" y="1911811"/>
                </a:lnTo>
                <a:cubicBezTo>
                  <a:pt x="4474029" y="1974933"/>
                  <a:pt x="4422858" y="2026104"/>
                  <a:pt x="4359736" y="2026104"/>
                </a:cubicBezTo>
                <a:lnTo>
                  <a:pt x="114293" y="2026104"/>
                </a:lnTo>
                <a:cubicBezTo>
                  <a:pt x="51170" y="2026104"/>
                  <a:pt x="0" y="1974933"/>
                  <a:pt x="0" y="1911811"/>
                </a:cubicBezTo>
                <a:lnTo>
                  <a:pt x="0" y="114293"/>
                </a:lnTo>
                <a:cubicBezTo>
                  <a:pt x="0" y="51213"/>
                  <a:pt x="51213" y="0"/>
                  <a:pt x="114293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 w="9071">
            <a:solidFill>
              <a:srgbClr val="6366F1">
                <a:alpha val="30196"/>
              </a:srgbClr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557492" y="3799263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21431" y="10716"/>
                </a:moveTo>
                <a:cubicBezTo>
                  <a:pt x="9611" y="10716"/>
                  <a:pt x="0" y="20326"/>
                  <a:pt x="0" y="32147"/>
                </a:cubicBezTo>
                <a:lnTo>
                  <a:pt x="0" y="53578"/>
                </a:lnTo>
                <a:cubicBezTo>
                  <a:pt x="0" y="65399"/>
                  <a:pt x="9611" y="75009"/>
                  <a:pt x="21431" y="75009"/>
                </a:cubicBezTo>
                <a:lnTo>
                  <a:pt x="128588" y="75009"/>
                </a:lnTo>
                <a:cubicBezTo>
                  <a:pt x="140408" y="75009"/>
                  <a:pt x="150019" y="65399"/>
                  <a:pt x="150019" y="53578"/>
                </a:cubicBezTo>
                <a:lnTo>
                  <a:pt x="150019" y="32147"/>
                </a:lnTo>
                <a:cubicBezTo>
                  <a:pt x="150019" y="20326"/>
                  <a:pt x="140408" y="10716"/>
                  <a:pt x="128588" y="10716"/>
                </a:cubicBezTo>
                <a:lnTo>
                  <a:pt x="21431" y="10716"/>
                </a:lnTo>
                <a:close/>
                <a:moveTo>
                  <a:pt x="93762" y="34826"/>
                </a:moveTo>
                <a:cubicBezTo>
                  <a:pt x="98197" y="34826"/>
                  <a:pt x="101798" y="38427"/>
                  <a:pt x="101798" y="42863"/>
                </a:cubicBezTo>
                <a:cubicBezTo>
                  <a:pt x="101798" y="47298"/>
                  <a:pt x="98197" y="50899"/>
                  <a:pt x="93762" y="50899"/>
                </a:cubicBezTo>
                <a:cubicBezTo>
                  <a:pt x="89326" y="50899"/>
                  <a:pt x="85725" y="47298"/>
                  <a:pt x="85725" y="42863"/>
                </a:cubicBezTo>
                <a:cubicBezTo>
                  <a:pt x="85725" y="38427"/>
                  <a:pt x="89326" y="34826"/>
                  <a:pt x="93762" y="34826"/>
                </a:cubicBezTo>
                <a:close/>
                <a:moveTo>
                  <a:pt x="112514" y="42863"/>
                </a:moveTo>
                <a:cubicBezTo>
                  <a:pt x="112514" y="38427"/>
                  <a:pt x="116115" y="34826"/>
                  <a:pt x="120551" y="34826"/>
                </a:cubicBezTo>
                <a:cubicBezTo>
                  <a:pt x="124986" y="34826"/>
                  <a:pt x="128588" y="38427"/>
                  <a:pt x="128588" y="42863"/>
                </a:cubicBezTo>
                <a:cubicBezTo>
                  <a:pt x="128588" y="47298"/>
                  <a:pt x="124986" y="50899"/>
                  <a:pt x="120551" y="50899"/>
                </a:cubicBezTo>
                <a:cubicBezTo>
                  <a:pt x="116115" y="50899"/>
                  <a:pt x="112514" y="47298"/>
                  <a:pt x="112514" y="42863"/>
                </a:cubicBezTo>
                <a:close/>
                <a:moveTo>
                  <a:pt x="21431" y="96441"/>
                </a:moveTo>
                <a:cubicBezTo>
                  <a:pt x="9611" y="96441"/>
                  <a:pt x="0" y="106051"/>
                  <a:pt x="0" y="117872"/>
                </a:cubicBezTo>
                <a:lnTo>
                  <a:pt x="0" y="139303"/>
                </a:lnTo>
                <a:cubicBezTo>
                  <a:pt x="0" y="151124"/>
                  <a:pt x="9611" y="160734"/>
                  <a:pt x="21431" y="160734"/>
                </a:cubicBezTo>
                <a:lnTo>
                  <a:pt x="128588" y="160734"/>
                </a:lnTo>
                <a:cubicBezTo>
                  <a:pt x="140408" y="160734"/>
                  <a:pt x="150019" y="151124"/>
                  <a:pt x="150019" y="139303"/>
                </a:cubicBezTo>
                <a:lnTo>
                  <a:pt x="150019" y="117872"/>
                </a:lnTo>
                <a:cubicBezTo>
                  <a:pt x="150019" y="106051"/>
                  <a:pt x="140408" y="96441"/>
                  <a:pt x="128588" y="96441"/>
                </a:cubicBezTo>
                <a:lnTo>
                  <a:pt x="21431" y="96441"/>
                </a:lnTo>
                <a:close/>
                <a:moveTo>
                  <a:pt x="93762" y="120551"/>
                </a:moveTo>
                <a:cubicBezTo>
                  <a:pt x="98197" y="120551"/>
                  <a:pt x="101798" y="124152"/>
                  <a:pt x="101798" y="128588"/>
                </a:cubicBezTo>
                <a:cubicBezTo>
                  <a:pt x="101798" y="133023"/>
                  <a:pt x="98197" y="136624"/>
                  <a:pt x="93762" y="136624"/>
                </a:cubicBezTo>
                <a:cubicBezTo>
                  <a:pt x="89326" y="136624"/>
                  <a:pt x="85725" y="133023"/>
                  <a:pt x="85725" y="128588"/>
                </a:cubicBezTo>
                <a:cubicBezTo>
                  <a:pt x="85725" y="124152"/>
                  <a:pt x="89326" y="120551"/>
                  <a:pt x="93762" y="120551"/>
                </a:cubicBezTo>
                <a:close/>
                <a:moveTo>
                  <a:pt x="112514" y="128588"/>
                </a:moveTo>
                <a:cubicBezTo>
                  <a:pt x="112514" y="124152"/>
                  <a:pt x="116115" y="120551"/>
                  <a:pt x="120551" y="120551"/>
                </a:cubicBezTo>
                <a:cubicBezTo>
                  <a:pt x="124986" y="120551"/>
                  <a:pt x="128588" y="124152"/>
                  <a:pt x="128588" y="128588"/>
                </a:cubicBezTo>
                <a:cubicBezTo>
                  <a:pt x="128588" y="133023"/>
                  <a:pt x="124986" y="136624"/>
                  <a:pt x="120551" y="136624"/>
                </a:cubicBezTo>
                <a:cubicBezTo>
                  <a:pt x="116115" y="136624"/>
                  <a:pt x="112514" y="133023"/>
                  <a:pt x="112514" y="128588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1" name="Text 28"/>
          <p:cNvSpPr/>
          <p:nvPr/>
        </p:nvSpPr>
        <p:spPr>
          <a:xfrm>
            <a:off x="7737277" y="3751638"/>
            <a:ext cx="3962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Architecture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7527727" y="4208859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3" name="Text 30"/>
          <p:cNvSpPr/>
          <p:nvPr/>
        </p:nvSpPr>
        <p:spPr>
          <a:xfrm>
            <a:off x="7718120" y="4132638"/>
            <a:ext cx="2495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Frontend: Lightweight web interface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7527727" y="4551801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5" name="Text 32"/>
          <p:cNvSpPr/>
          <p:nvPr/>
        </p:nvSpPr>
        <p:spPr>
          <a:xfrm>
            <a:off x="7718120" y="4475580"/>
            <a:ext cx="2533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Backend: Python processing pipeline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7527727" y="489474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7" name="Text 34"/>
          <p:cNvSpPr/>
          <p:nvPr/>
        </p:nvSpPr>
        <p:spPr>
          <a:xfrm>
            <a:off x="7718120" y="4818524"/>
            <a:ext cx="2095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AI: MediaPipe pose estimation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7527727" y="5237687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9" name="Text 36"/>
          <p:cNvSpPr/>
          <p:nvPr/>
        </p:nvSpPr>
        <p:spPr>
          <a:xfrm>
            <a:off x="7718120" y="5161466"/>
            <a:ext cx="2314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Output: Visual overlay + feedback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384402" y="5743172"/>
            <a:ext cx="11427279" cy="730704"/>
          </a:xfrm>
          <a:custGeom>
            <a:avLst/>
            <a:gdLst/>
            <a:ahLst/>
            <a:cxnLst/>
            <a:rect l="l" t="t" r="r" b="b"/>
            <a:pathLst>
              <a:path w="11427279" h="730704">
                <a:moveTo>
                  <a:pt x="114297" y="0"/>
                </a:moveTo>
                <a:lnTo>
                  <a:pt x="11312982" y="0"/>
                </a:lnTo>
                <a:cubicBezTo>
                  <a:pt x="11376106" y="0"/>
                  <a:pt x="11427279" y="51172"/>
                  <a:pt x="11427279" y="114297"/>
                </a:cubicBezTo>
                <a:lnTo>
                  <a:pt x="11427279" y="616407"/>
                </a:lnTo>
                <a:cubicBezTo>
                  <a:pt x="11427279" y="679531"/>
                  <a:pt x="11376106" y="730704"/>
                  <a:pt x="11312982" y="730704"/>
                </a:cubicBezTo>
                <a:lnTo>
                  <a:pt x="114297" y="730704"/>
                </a:lnTo>
                <a:cubicBezTo>
                  <a:pt x="51215" y="730704"/>
                  <a:pt x="0" y="679489"/>
                  <a:pt x="0" y="616407"/>
                </a:cubicBezTo>
                <a:lnTo>
                  <a:pt x="0" y="114297"/>
                </a:lnTo>
                <a:cubicBezTo>
                  <a:pt x="0" y="51215"/>
                  <a:pt x="51215" y="0"/>
                  <a:pt x="114297" y="0"/>
                </a:cubicBezTo>
                <a:close/>
              </a:path>
            </a:pathLst>
          </a:custGeom>
          <a:solidFill>
            <a:srgbClr val="262626"/>
          </a:solidFill>
          <a:ln w="9071">
            <a:solidFill>
              <a:srgbClr val="333333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583002" y="5994053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51269" y="-4420"/>
                </a:moveTo>
                <a:cubicBezTo>
                  <a:pt x="156582" y="-580"/>
                  <a:pt x="158547" y="6385"/>
                  <a:pt x="156136" y="12457"/>
                </a:cubicBezTo>
                <a:lnTo>
                  <a:pt x="121131" y="100013"/>
                </a:lnTo>
                <a:lnTo>
                  <a:pt x="185738" y="100013"/>
                </a:lnTo>
                <a:cubicBezTo>
                  <a:pt x="191765" y="100013"/>
                  <a:pt x="197123" y="103763"/>
                  <a:pt x="199177" y="109433"/>
                </a:cubicBezTo>
                <a:cubicBezTo>
                  <a:pt x="201231" y="115104"/>
                  <a:pt x="199489" y="121444"/>
                  <a:pt x="194890" y="125284"/>
                </a:cubicBezTo>
                <a:lnTo>
                  <a:pt x="66303" y="232440"/>
                </a:lnTo>
                <a:cubicBezTo>
                  <a:pt x="61258" y="236637"/>
                  <a:pt x="54069" y="236860"/>
                  <a:pt x="48756" y="233020"/>
                </a:cubicBezTo>
                <a:cubicBezTo>
                  <a:pt x="43443" y="229180"/>
                  <a:pt x="41478" y="222215"/>
                  <a:pt x="43889" y="216143"/>
                </a:cubicBezTo>
                <a:lnTo>
                  <a:pt x="78894" y="128588"/>
                </a:lnTo>
                <a:lnTo>
                  <a:pt x="14288" y="128588"/>
                </a:lnTo>
                <a:cubicBezTo>
                  <a:pt x="8260" y="128588"/>
                  <a:pt x="2902" y="124837"/>
                  <a:pt x="848" y="119167"/>
                </a:cubicBezTo>
                <a:cubicBezTo>
                  <a:pt x="-1206" y="113496"/>
                  <a:pt x="536" y="107156"/>
                  <a:pt x="5135" y="103316"/>
                </a:cubicBezTo>
                <a:lnTo>
                  <a:pt x="133722" y="-3840"/>
                </a:lnTo>
                <a:cubicBezTo>
                  <a:pt x="138767" y="-8037"/>
                  <a:pt x="145956" y="-8260"/>
                  <a:pt x="151269" y="-442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2" name="Text 39"/>
          <p:cNvSpPr/>
          <p:nvPr/>
        </p:nvSpPr>
        <p:spPr>
          <a:xfrm>
            <a:off x="940169" y="5994053"/>
            <a:ext cx="4752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Runs efficiently on standard hardware - no GPU required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8310882" y="5898910"/>
            <a:ext cx="1095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Lightweight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8329932" y="6165524"/>
            <a:ext cx="10572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Minimal resources</a:t>
            </a:r>
            <a:endParaRPr lang="en-US" sz="1600" dirty="0"/>
          </a:p>
        </p:txBody>
      </p:sp>
      <p:sp>
        <p:nvSpPr>
          <p:cNvPr id="45" name="Text 42"/>
          <p:cNvSpPr/>
          <p:nvPr/>
        </p:nvSpPr>
        <p:spPr>
          <a:xfrm>
            <a:off x="9464937" y="5898910"/>
            <a:ext cx="1162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Fast</a:t>
            </a:r>
            <a:endParaRPr lang="en-US" sz="1600" dirty="0"/>
          </a:p>
        </p:txBody>
      </p:sp>
      <p:sp>
        <p:nvSpPr>
          <p:cNvPr id="46" name="Text 43"/>
          <p:cNvSpPr/>
          <p:nvPr/>
        </p:nvSpPr>
        <p:spPr>
          <a:xfrm>
            <a:off x="9483987" y="6165524"/>
            <a:ext cx="11239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 processing</a:t>
            </a:r>
            <a:endParaRPr lang="en-US" sz="1600" dirty="0"/>
          </a:p>
        </p:txBody>
      </p:sp>
      <p:sp>
        <p:nvSpPr>
          <p:cNvPr id="47" name="Text 44"/>
          <p:cNvSpPr/>
          <p:nvPr/>
        </p:nvSpPr>
        <p:spPr>
          <a:xfrm>
            <a:off x="10684797" y="5898910"/>
            <a:ext cx="1019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Accessible</a:t>
            </a:r>
            <a:endParaRPr lang="en-US" sz="1600" dirty="0"/>
          </a:p>
        </p:txBody>
      </p:sp>
      <p:sp>
        <p:nvSpPr>
          <p:cNvPr id="48" name="Text 45"/>
          <p:cNvSpPr/>
          <p:nvPr/>
        </p:nvSpPr>
        <p:spPr>
          <a:xfrm>
            <a:off x="10703847" y="6165524"/>
            <a:ext cx="9810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Any device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8100" cy="304800"/>
          </a:xfrm>
          <a:custGeom>
            <a:avLst/>
            <a:gdLst/>
            <a:ahLst/>
            <a:cxnLst/>
            <a:rect l="l" t="t" r="r" b="b"/>
            <a:pathLst>
              <a:path w="38100" h="304800">
                <a:moveTo>
                  <a:pt x="0" y="0"/>
                </a:moveTo>
                <a:lnTo>
                  <a:pt x="38100" y="0"/>
                </a:lnTo>
                <a:lnTo>
                  <a:pt x="381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533336" y="438194"/>
            <a:ext cx="1247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Impact &amp; Vision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838116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Real-World Impact &amp; Future Scope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1409616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Transforming sports training for millions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4402" y="1870132"/>
            <a:ext cx="5617029" cy="2864304"/>
          </a:xfrm>
          <a:custGeom>
            <a:avLst/>
            <a:gdLst/>
            <a:ahLst/>
            <a:cxnLst/>
            <a:rect l="l" t="t" r="r" b="b"/>
            <a:pathLst>
              <a:path w="5617029" h="2864304">
                <a:moveTo>
                  <a:pt x="114286" y="0"/>
                </a:moveTo>
                <a:lnTo>
                  <a:pt x="5502743" y="0"/>
                </a:lnTo>
                <a:cubicBezTo>
                  <a:pt x="5565861" y="0"/>
                  <a:pt x="5617029" y="51167"/>
                  <a:pt x="5617029" y="114286"/>
                </a:cubicBezTo>
                <a:lnTo>
                  <a:pt x="5617029" y="2750018"/>
                </a:lnTo>
                <a:cubicBezTo>
                  <a:pt x="5617029" y="2813136"/>
                  <a:pt x="5565861" y="2864304"/>
                  <a:pt x="5502743" y="2864304"/>
                </a:cubicBezTo>
                <a:lnTo>
                  <a:pt x="114286" y="2864304"/>
                </a:lnTo>
                <a:cubicBezTo>
                  <a:pt x="51167" y="2864304"/>
                  <a:pt x="0" y="2813136"/>
                  <a:pt x="0" y="2750018"/>
                </a:cubicBezTo>
                <a:lnTo>
                  <a:pt x="0" y="114286"/>
                </a:lnTo>
                <a:cubicBezTo>
                  <a:pt x="0" y="51167"/>
                  <a:pt x="51167" y="0"/>
                  <a:pt x="114286" y="0"/>
                </a:cubicBezTo>
                <a:close/>
              </a:path>
            </a:pathLst>
          </a:custGeom>
          <a:solidFill>
            <a:srgbClr val="262626"/>
          </a:solidFill>
          <a:ln w="9071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6879" y="210209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7150" y="142875"/>
                </a:moveTo>
                <a:lnTo>
                  <a:pt x="10939" y="142875"/>
                </a:lnTo>
                <a:cubicBezTo>
                  <a:pt x="-179" y="142875"/>
                  <a:pt x="-7010" y="130775"/>
                  <a:pt x="-1295" y="121221"/>
                </a:cubicBezTo>
                <a:lnTo>
                  <a:pt x="22324" y="81841"/>
                </a:lnTo>
                <a:cubicBezTo>
                  <a:pt x="26209" y="75367"/>
                  <a:pt x="33174" y="71438"/>
                  <a:pt x="40719" y="71438"/>
                </a:cubicBezTo>
                <a:lnTo>
                  <a:pt x="83135" y="71438"/>
                </a:lnTo>
                <a:cubicBezTo>
                  <a:pt x="117113" y="13886"/>
                  <a:pt x="167789" y="10984"/>
                  <a:pt x="201677" y="15939"/>
                </a:cubicBezTo>
                <a:cubicBezTo>
                  <a:pt x="207392" y="16788"/>
                  <a:pt x="211857" y="21253"/>
                  <a:pt x="212661" y="26923"/>
                </a:cubicBezTo>
                <a:cubicBezTo>
                  <a:pt x="217616" y="60811"/>
                  <a:pt x="214714" y="111487"/>
                  <a:pt x="157163" y="145465"/>
                </a:cubicBezTo>
                <a:lnTo>
                  <a:pt x="157163" y="187881"/>
                </a:lnTo>
                <a:cubicBezTo>
                  <a:pt x="157163" y="195426"/>
                  <a:pt x="153233" y="202391"/>
                  <a:pt x="146759" y="206276"/>
                </a:cubicBezTo>
                <a:lnTo>
                  <a:pt x="107379" y="229895"/>
                </a:lnTo>
                <a:cubicBezTo>
                  <a:pt x="97869" y="235610"/>
                  <a:pt x="85725" y="228734"/>
                  <a:pt x="85725" y="217661"/>
                </a:cubicBezTo>
                <a:lnTo>
                  <a:pt x="85725" y="171450"/>
                </a:lnTo>
                <a:cubicBezTo>
                  <a:pt x="85725" y="155689"/>
                  <a:pt x="72911" y="142875"/>
                  <a:pt x="57150" y="142875"/>
                </a:cubicBezTo>
                <a:lnTo>
                  <a:pt x="57105" y="142875"/>
                </a:lnTo>
                <a:close/>
                <a:moveTo>
                  <a:pt x="178594" y="71438"/>
                </a:moveTo>
                <a:cubicBezTo>
                  <a:pt x="178594" y="59609"/>
                  <a:pt x="168991" y="50006"/>
                  <a:pt x="157163" y="50006"/>
                </a:cubicBezTo>
                <a:cubicBezTo>
                  <a:pt x="145334" y="50006"/>
                  <a:pt x="135731" y="59609"/>
                  <a:pt x="135731" y="71438"/>
                </a:cubicBezTo>
                <a:cubicBezTo>
                  <a:pt x="135731" y="83266"/>
                  <a:pt x="145334" y="92869"/>
                  <a:pt x="157163" y="92869"/>
                </a:cubicBezTo>
                <a:cubicBezTo>
                  <a:pt x="168991" y="92869"/>
                  <a:pt x="178594" y="83266"/>
                  <a:pt x="178594" y="71438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8" name="Text 6"/>
          <p:cNvSpPr/>
          <p:nvPr/>
        </p:nvSpPr>
        <p:spPr>
          <a:xfrm>
            <a:off x="978332" y="2064034"/>
            <a:ext cx="19335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Immediate Impact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8304" y="2559102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66346" y="264478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91652" y="72926"/>
                </a:moveTo>
                <a:lnTo>
                  <a:pt x="41932" y="72926"/>
                </a:lnTo>
                <a:cubicBezTo>
                  <a:pt x="42688" y="89725"/>
                  <a:pt x="46412" y="105195"/>
                  <a:pt x="51699" y="116525"/>
                </a:cubicBezTo>
                <a:cubicBezTo>
                  <a:pt x="54668" y="122906"/>
                  <a:pt x="57872" y="127412"/>
                  <a:pt x="60841" y="130173"/>
                </a:cubicBezTo>
                <a:cubicBezTo>
                  <a:pt x="63758" y="132907"/>
                  <a:pt x="65763" y="133350"/>
                  <a:pt x="66805" y="133350"/>
                </a:cubicBezTo>
                <a:cubicBezTo>
                  <a:pt x="67847" y="133350"/>
                  <a:pt x="69852" y="132907"/>
                  <a:pt x="72770" y="130173"/>
                </a:cubicBezTo>
                <a:cubicBezTo>
                  <a:pt x="75739" y="127412"/>
                  <a:pt x="78942" y="122880"/>
                  <a:pt x="81911" y="116525"/>
                </a:cubicBezTo>
                <a:cubicBezTo>
                  <a:pt x="87198" y="105195"/>
                  <a:pt x="90923" y="89725"/>
                  <a:pt x="91678" y="72926"/>
                </a:cubicBezTo>
                <a:close/>
                <a:moveTo>
                  <a:pt x="41906" y="60424"/>
                </a:moveTo>
                <a:lnTo>
                  <a:pt x="91626" y="60424"/>
                </a:lnTo>
                <a:cubicBezTo>
                  <a:pt x="90897" y="43625"/>
                  <a:pt x="87172" y="28155"/>
                  <a:pt x="81885" y="16825"/>
                </a:cubicBezTo>
                <a:cubicBezTo>
                  <a:pt x="78916" y="10470"/>
                  <a:pt x="75713" y="5938"/>
                  <a:pt x="72743" y="3177"/>
                </a:cubicBezTo>
                <a:cubicBezTo>
                  <a:pt x="69826" y="443"/>
                  <a:pt x="67821" y="0"/>
                  <a:pt x="66779" y="0"/>
                </a:cubicBezTo>
                <a:cubicBezTo>
                  <a:pt x="65737" y="0"/>
                  <a:pt x="63732" y="443"/>
                  <a:pt x="60815" y="3177"/>
                </a:cubicBezTo>
                <a:cubicBezTo>
                  <a:pt x="57846" y="5938"/>
                  <a:pt x="54642" y="10470"/>
                  <a:pt x="51673" y="16825"/>
                </a:cubicBezTo>
                <a:cubicBezTo>
                  <a:pt x="46386" y="28155"/>
                  <a:pt x="42662" y="43625"/>
                  <a:pt x="41906" y="60424"/>
                </a:cubicBezTo>
                <a:close/>
                <a:moveTo>
                  <a:pt x="29405" y="60424"/>
                </a:moveTo>
                <a:cubicBezTo>
                  <a:pt x="30316" y="38130"/>
                  <a:pt x="36072" y="17424"/>
                  <a:pt x="44485" y="3829"/>
                </a:cubicBezTo>
                <a:cubicBezTo>
                  <a:pt x="20497" y="12319"/>
                  <a:pt x="2839" y="34171"/>
                  <a:pt x="391" y="60424"/>
                </a:cubicBezTo>
                <a:lnTo>
                  <a:pt x="29405" y="60424"/>
                </a:lnTo>
                <a:close/>
                <a:moveTo>
                  <a:pt x="391" y="72926"/>
                </a:moveTo>
                <a:cubicBezTo>
                  <a:pt x="2839" y="99179"/>
                  <a:pt x="20497" y="121031"/>
                  <a:pt x="44485" y="129521"/>
                </a:cubicBezTo>
                <a:cubicBezTo>
                  <a:pt x="36072" y="115926"/>
                  <a:pt x="30316" y="95220"/>
                  <a:pt x="29405" y="72926"/>
                </a:cubicBezTo>
                <a:lnTo>
                  <a:pt x="391" y="72926"/>
                </a:lnTo>
                <a:close/>
                <a:moveTo>
                  <a:pt x="104154" y="72926"/>
                </a:moveTo>
                <a:cubicBezTo>
                  <a:pt x="103242" y="95220"/>
                  <a:pt x="97486" y="115926"/>
                  <a:pt x="89074" y="129521"/>
                </a:cubicBezTo>
                <a:cubicBezTo>
                  <a:pt x="113061" y="121005"/>
                  <a:pt x="130719" y="99179"/>
                  <a:pt x="133168" y="72926"/>
                </a:cubicBezTo>
                <a:lnTo>
                  <a:pt x="104154" y="72926"/>
                </a:lnTo>
                <a:close/>
                <a:moveTo>
                  <a:pt x="133168" y="60424"/>
                </a:moveTo>
                <a:cubicBezTo>
                  <a:pt x="130719" y="34171"/>
                  <a:pt x="113061" y="12319"/>
                  <a:pt x="89074" y="3829"/>
                </a:cubicBezTo>
                <a:cubicBezTo>
                  <a:pt x="97486" y="17424"/>
                  <a:pt x="103242" y="38130"/>
                  <a:pt x="104154" y="60424"/>
                </a:cubicBezTo>
                <a:lnTo>
                  <a:pt x="133168" y="60424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997361" y="2521044"/>
            <a:ext cx="4381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Democratize Access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97361" y="2749704"/>
            <a:ext cx="4371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Bring professional-level analysis to millions of amateur athletes worldwide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78304" y="3092437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66346" y="317812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0"/>
                </a:moveTo>
                <a:cubicBezTo>
                  <a:pt x="67873" y="0"/>
                  <a:pt x="69071" y="260"/>
                  <a:pt x="70165" y="755"/>
                </a:cubicBezTo>
                <a:lnTo>
                  <a:pt x="119234" y="21565"/>
                </a:lnTo>
                <a:cubicBezTo>
                  <a:pt x="124964" y="23987"/>
                  <a:pt x="129235" y="29639"/>
                  <a:pt x="129209" y="36463"/>
                </a:cubicBezTo>
                <a:cubicBezTo>
                  <a:pt x="129079" y="62299"/>
                  <a:pt x="118452" y="109571"/>
                  <a:pt x="73577" y="131058"/>
                </a:cubicBezTo>
                <a:cubicBezTo>
                  <a:pt x="69227" y="133142"/>
                  <a:pt x="64175" y="133142"/>
                  <a:pt x="59825" y="131058"/>
                </a:cubicBezTo>
                <a:cubicBezTo>
                  <a:pt x="14924" y="109571"/>
                  <a:pt x="4323" y="62299"/>
                  <a:pt x="4193" y="36463"/>
                </a:cubicBezTo>
                <a:cubicBezTo>
                  <a:pt x="4167" y="29639"/>
                  <a:pt x="8439" y="23987"/>
                  <a:pt x="14168" y="21565"/>
                </a:cubicBezTo>
                <a:lnTo>
                  <a:pt x="63211" y="755"/>
                </a:lnTo>
                <a:cubicBezTo>
                  <a:pt x="64305" y="260"/>
                  <a:pt x="65477" y="0"/>
                  <a:pt x="66675" y="0"/>
                </a:cubicBezTo>
                <a:close/>
                <a:moveTo>
                  <a:pt x="66675" y="17398"/>
                </a:moveTo>
                <a:lnTo>
                  <a:pt x="66675" y="115874"/>
                </a:lnTo>
                <a:cubicBezTo>
                  <a:pt x="102617" y="98476"/>
                  <a:pt x="112280" y="59929"/>
                  <a:pt x="112514" y="36854"/>
                </a:cubicBezTo>
                <a:lnTo>
                  <a:pt x="66675" y="17424"/>
                </a:lnTo>
                <a:lnTo>
                  <a:pt x="66675" y="17424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5" name="Text 13"/>
          <p:cNvSpPr/>
          <p:nvPr/>
        </p:nvSpPr>
        <p:spPr>
          <a:xfrm>
            <a:off x="997361" y="3054379"/>
            <a:ext cx="3457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Reduce Injury Risk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97361" y="3283044"/>
            <a:ext cx="3448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Correct improper form before it causes long-term damage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78304" y="3625772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66346" y="371145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6669" y="16669"/>
                </a:moveTo>
                <a:cubicBezTo>
                  <a:pt x="16669" y="12059"/>
                  <a:pt x="12944" y="8334"/>
                  <a:pt x="8334" y="8334"/>
                </a:cubicBezTo>
                <a:cubicBezTo>
                  <a:pt x="3724" y="8334"/>
                  <a:pt x="0" y="12059"/>
                  <a:pt x="0" y="16669"/>
                </a:cubicBezTo>
                <a:lnTo>
                  <a:pt x="0" y="104180"/>
                </a:lnTo>
                <a:cubicBezTo>
                  <a:pt x="0" y="115692"/>
                  <a:pt x="9324" y="125016"/>
                  <a:pt x="20836" y="125016"/>
                </a:cubicBezTo>
                <a:lnTo>
                  <a:pt x="125016" y="125016"/>
                </a:lnTo>
                <a:cubicBezTo>
                  <a:pt x="129626" y="125016"/>
                  <a:pt x="133350" y="121291"/>
                  <a:pt x="133350" y="116681"/>
                </a:cubicBezTo>
                <a:cubicBezTo>
                  <a:pt x="133350" y="112071"/>
                  <a:pt x="129626" y="108347"/>
                  <a:pt x="125016" y="108347"/>
                </a:cubicBezTo>
                <a:lnTo>
                  <a:pt x="20836" y="108347"/>
                </a:lnTo>
                <a:cubicBezTo>
                  <a:pt x="18544" y="108347"/>
                  <a:pt x="16669" y="106472"/>
                  <a:pt x="16669" y="104180"/>
                </a:cubicBezTo>
                <a:lnTo>
                  <a:pt x="16669" y="16669"/>
                </a:lnTo>
                <a:close/>
                <a:moveTo>
                  <a:pt x="122567" y="39224"/>
                </a:moveTo>
                <a:cubicBezTo>
                  <a:pt x="125823" y="35968"/>
                  <a:pt x="125823" y="30681"/>
                  <a:pt x="122567" y="27425"/>
                </a:cubicBezTo>
                <a:cubicBezTo>
                  <a:pt x="119312" y="24170"/>
                  <a:pt x="114025" y="24170"/>
                  <a:pt x="110769" y="27425"/>
                </a:cubicBezTo>
                <a:lnTo>
                  <a:pt x="83344" y="54877"/>
                </a:lnTo>
                <a:lnTo>
                  <a:pt x="68394" y="39953"/>
                </a:lnTo>
                <a:cubicBezTo>
                  <a:pt x="65138" y="36697"/>
                  <a:pt x="59851" y="36697"/>
                  <a:pt x="56596" y="39953"/>
                </a:cubicBezTo>
                <a:lnTo>
                  <a:pt x="31592" y="64956"/>
                </a:lnTo>
                <a:cubicBezTo>
                  <a:pt x="28337" y="68212"/>
                  <a:pt x="28337" y="73499"/>
                  <a:pt x="31592" y="76754"/>
                </a:cubicBezTo>
                <a:cubicBezTo>
                  <a:pt x="34848" y="80010"/>
                  <a:pt x="40135" y="80010"/>
                  <a:pt x="43391" y="76754"/>
                </a:cubicBezTo>
                <a:lnTo>
                  <a:pt x="62508" y="57637"/>
                </a:lnTo>
                <a:lnTo>
                  <a:pt x="77458" y="72587"/>
                </a:lnTo>
                <a:cubicBezTo>
                  <a:pt x="80713" y="75843"/>
                  <a:pt x="86000" y="75843"/>
                  <a:pt x="89256" y="72587"/>
                </a:cubicBezTo>
                <a:lnTo>
                  <a:pt x="122593" y="39250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9" name="Text 17"/>
          <p:cNvSpPr/>
          <p:nvPr/>
        </p:nvSpPr>
        <p:spPr>
          <a:xfrm>
            <a:off x="997361" y="3587714"/>
            <a:ext cx="3067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Accelerate Development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97361" y="3816379"/>
            <a:ext cx="3057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Faster skill improvement with data-driven feedback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78304" y="4159107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691349" y="4244790"/>
            <a:ext cx="83344" cy="133350"/>
          </a:xfrm>
          <a:custGeom>
            <a:avLst/>
            <a:gdLst/>
            <a:ahLst/>
            <a:cxnLst/>
            <a:rect l="l" t="t" r="r" b="b"/>
            <a:pathLst>
              <a:path w="83344" h="133350">
                <a:moveTo>
                  <a:pt x="35421" y="6251"/>
                </a:moveTo>
                <a:cubicBezTo>
                  <a:pt x="35421" y="2787"/>
                  <a:pt x="38208" y="0"/>
                  <a:pt x="41672" y="0"/>
                </a:cubicBezTo>
                <a:cubicBezTo>
                  <a:pt x="45136" y="0"/>
                  <a:pt x="47923" y="2787"/>
                  <a:pt x="47923" y="6251"/>
                </a:cubicBezTo>
                <a:lnTo>
                  <a:pt x="47923" y="16669"/>
                </a:lnTo>
                <a:lnTo>
                  <a:pt x="62508" y="16669"/>
                </a:lnTo>
                <a:cubicBezTo>
                  <a:pt x="67118" y="16669"/>
                  <a:pt x="70842" y="20393"/>
                  <a:pt x="70842" y="25003"/>
                </a:cubicBezTo>
                <a:cubicBezTo>
                  <a:pt x="70842" y="29613"/>
                  <a:pt x="67118" y="33337"/>
                  <a:pt x="62508" y="33337"/>
                </a:cubicBezTo>
                <a:lnTo>
                  <a:pt x="32582" y="33337"/>
                </a:lnTo>
                <a:cubicBezTo>
                  <a:pt x="26097" y="33337"/>
                  <a:pt x="20836" y="38599"/>
                  <a:pt x="20836" y="45084"/>
                </a:cubicBezTo>
                <a:cubicBezTo>
                  <a:pt x="20836" y="50944"/>
                  <a:pt x="25133" y="55892"/>
                  <a:pt x="30915" y="56726"/>
                </a:cubicBezTo>
                <a:lnTo>
                  <a:pt x="54772" y="60138"/>
                </a:lnTo>
                <a:cubicBezTo>
                  <a:pt x="68785" y="62143"/>
                  <a:pt x="79177" y="74124"/>
                  <a:pt x="79177" y="88266"/>
                </a:cubicBezTo>
                <a:cubicBezTo>
                  <a:pt x="79177" y="103971"/>
                  <a:pt x="66441" y="116681"/>
                  <a:pt x="50762" y="116681"/>
                </a:cubicBezTo>
                <a:lnTo>
                  <a:pt x="47923" y="116681"/>
                </a:lnTo>
                <a:lnTo>
                  <a:pt x="47923" y="127099"/>
                </a:lnTo>
                <a:cubicBezTo>
                  <a:pt x="47923" y="130563"/>
                  <a:pt x="45136" y="133350"/>
                  <a:pt x="41672" y="133350"/>
                </a:cubicBezTo>
                <a:cubicBezTo>
                  <a:pt x="38208" y="133350"/>
                  <a:pt x="35421" y="130563"/>
                  <a:pt x="35421" y="127099"/>
                </a:cubicBezTo>
                <a:lnTo>
                  <a:pt x="35421" y="116681"/>
                </a:lnTo>
                <a:lnTo>
                  <a:pt x="16669" y="116681"/>
                </a:lnTo>
                <a:cubicBezTo>
                  <a:pt x="12059" y="116681"/>
                  <a:pt x="8334" y="112957"/>
                  <a:pt x="8334" y="108347"/>
                </a:cubicBezTo>
                <a:cubicBezTo>
                  <a:pt x="8334" y="103737"/>
                  <a:pt x="12059" y="100013"/>
                  <a:pt x="16669" y="100013"/>
                </a:cubicBezTo>
                <a:lnTo>
                  <a:pt x="50762" y="100013"/>
                </a:lnTo>
                <a:cubicBezTo>
                  <a:pt x="57247" y="100013"/>
                  <a:pt x="62508" y="94751"/>
                  <a:pt x="62508" y="88266"/>
                </a:cubicBezTo>
                <a:cubicBezTo>
                  <a:pt x="62508" y="82406"/>
                  <a:pt x="58210" y="77458"/>
                  <a:pt x="52428" y="76624"/>
                </a:cubicBezTo>
                <a:lnTo>
                  <a:pt x="28571" y="73212"/>
                </a:lnTo>
                <a:cubicBezTo>
                  <a:pt x="14559" y="71233"/>
                  <a:pt x="4167" y="59226"/>
                  <a:pt x="4167" y="45084"/>
                </a:cubicBezTo>
                <a:cubicBezTo>
                  <a:pt x="4167" y="29405"/>
                  <a:pt x="16903" y="16669"/>
                  <a:pt x="32582" y="16669"/>
                </a:cubicBezTo>
                <a:lnTo>
                  <a:pt x="35421" y="16669"/>
                </a:lnTo>
                <a:lnTo>
                  <a:pt x="35421" y="6251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3" name="Text 21"/>
          <p:cNvSpPr/>
          <p:nvPr/>
        </p:nvSpPr>
        <p:spPr>
          <a:xfrm>
            <a:off x="997361" y="4121053"/>
            <a:ext cx="2752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Affordable Solution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97361" y="4349714"/>
            <a:ext cx="2743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Eliminate financial barriers to quality coaching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84402" y="4893152"/>
            <a:ext cx="5617029" cy="1540329"/>
          </a:xfrm>
          <a:custGeom>
            <a:avLst/>
            <a:gdLst/>
            <a:ahLst/>
            <a:cxnLst/>
            <a:rect l="l" t="t" r="r" b="b"/>
            <a:pathLst>
              <a:path w="5617029" h="1540329">
                <a:moveTo>
                  <a:pt x="114292" y="0"/>
                </a:moveTo>
                <a:lnTo>
                  <a:pt x="5502736" y="0"/>
                </a:lnTo>
                <a:cubicBezTo>
                  <a:pt x="5565858" y="0"/>
                  <a:pt x="5617029" y="51170"/>
                  <a:pt x="5617029" y="114292"/>
                </a:cubicBezTo>
                <a:lnTo>
                  <a:pt x="5617029" y="1426036"/>
                </a:lnTo>
                <a:cubicBezTo>
                  <a:pt x="5617029" y="1489158"/>
                  <a:pt x="5565858" y="1540329"/>
                  <a:pt x="5502736" y="1540329"/>
                </a:cubicBezTo>
                <a:lnTo>
                  <a:pt x="114292" y="1540329"/>
                </a:lnTo>
                <a:cubicBezTo>
                  <a:pt x="51170" y="1540329"/>
                  <a:pt x="0" y="1489158"/>
                  <a:pt x="0" y="1426036"/>
                </a:cubicBezTo>
                <a:lnTo>
                  <a:pt x="0" y="114292"/>
                </a:lnTo>
                <a:cubicBezTo>
                  <a:pt x="0" y="51213"/>
                  <a:pt x="51213" y="0"/>
                  <a:pt x="114292" y="0"/>
                </a:cubicBezTo>
                <a:close/>
              </a:path>
            </a:pathLst>
          </a:custGeom>
          <a:solidFill>
            <a:srgbClr val="262626"/>
          </a:solidFill>
          <a:ln w="9071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78304" y="5125108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42875" y="7144"/>
                </a:moveTo>
                <a:cubicBezTo>
                  <a:pt x="168503" y="7144"/>
                  <a:pt x="189309" y="27950"/>
                  <a:pt x="189309" y="53578"/>
                </a:cubicBezTo>
                <a:cubicBezTo>
                  <a:pt x="189309" y="79206"/>
                  <a:pt x="168503" y="100013"/>
                  <a:pt x="142875" y="100013"/>
                </a:cubicBezTo>
                <a:cubicBezTo>
                  <a:pt x="117247" y="100013"/>
                  <a:pt x="96441" y="79206"/>
                  <a:pt x="96441" y="53578"/>
                </a:cubicBezTo>
                <a:cubicBezTo>
                  <a:pt x="96441" y="27950"/>
                  <a:pt x="117247" y="7144"/>
                  <a:pt x="142875" y="7144"/>
                </a:cubicBezTo>
                <a:close/>
                <a:moveTo>
                  <a:pt x="42863" y="39291"/>
                </a:moveTo>
                <a:cubicBezTo>
                  <a:pt x="60605" y="39291"/>
                  <a:pt x="75009" y="53695"/>
                  <a:pt x="75009" y="71438"/>
                </a:cubicBezTo>
                <a:cubicBezTo>
                  <a:pt x="75009" y="89180"/>
                  <a:pt x="60605" y="103584"/>
                  <a:pt x="42863" y="103584"/>
                </a:cubicBezTo>
                <a:cubicBezTo>
                  <a:pt x="25120" y="103584"/>
                  <a:pt x="10716" y="89180"/>
                  <a:pt x="10716" y="71438"/>
                </a:cubicBezTo>
                <a:cubicBezTo>
                  <a:pt x="10716" y="53695"/>
                  <a:pt x="25120" y="39291"/>
                  <a:pt x="42862" y="39291"/>
                </a:cubicBezTo>
                <a:close/>
                <a:moveTo>
                  <a:pt x="0" y="185738"/>
                </a:moveTo>
                <a:cubicBezTo>
                  <a:pt x="0" y="154171"/>
                  <a:pt x="25584" y="128588"/>
                  <a:pt x="57150" y="128588"/>
                </a:cubicBezTo>
                <a:cubicBezTo>
                  <a:pt x="62865" y="128588"/>
                  <a:pt x="68401" y="129436"/>
                  <a:pt x="73625" y="130999"/>
                </a:cubicBezTo>
                <a:cubicBezTo>
                  <a:pt x="58936" y="147429"/>
                  <a:pt x="50006" y="169128"/>
                  <a:pt x="50006" y="192881"/>
                </a:cubicBezTo>
                <a:lnTo>
                  <a:pt x="50006" y="200025"/>
                </a:lnTo>
                <a:cubicBezTo>
                  <a:pt x="50006" y="205115"/>
                  <a:pt x="51078" y="209937"/>
                  <a:pt x="52998" y="214313"/>
                </a:cubicBezTo>
                <a:lnTo>
                  <a:pt x="14288" y="214313"/>
                </a:lnTo>
                <a:cubicBezTo>
                  <a:pt x="6385" y="214313"/>
                  <a:pt x="0" y="207928"/>
                  <a:pt x="0" y="200025"/>
                </a:cubicBezTo>
                <a:lnTo>
                  <a:pt x="0" y="185738"/>
                </a:lnTo>
                <a:close/>
                <a:moveTo>
                  <a:pt x="232752" y="214313"/>
                </a:moveTo>
                <a:cubicBezTo>
                  <a:pt x="234672" y="209937"/>
                  <a:pt x="235744" y="205115"/>
                  <a:pt x="235744" y="200025"/>
                </a:cubicBezTo>
                <a:lnTo>
                  <a:pt x="235744" y="192881"/>
                </a:lnTo>
                <a:cubicBezTo>
                  <a:pt x="235744" y="169128"/>
                  <a:pt x="226814" y="147429"/>
                  <a:pt x="212125" y="130999"/>
                </a:cubicBezTo>
                <a:cubicBezTo>
                  <a:pt x="217349" y="129436"/>
                  <a:pt x="222885" y="128588"/>
                  <a:pt x="228600" y="128588"/>
                </a:cubicBezTo>
                <a:cubicBezTo>
                  <a:pt x="260166" y="128588"/>
                  <a:pt x="285750" y="154171"/>
                  <a:pt x="285750" y="185738"/>
                </a:cubicBezTo>
                <a:lnTo>
                  <a:pt x="285750" y="200025"/>
                </a:lnTo>
                <a:cubicBezTo>
                  <a:pt x="285750" y="207928"/>
                  <a:pt x="279365" y="214313"/>
                  <a:pt x="271463" y="214313"/>
                </a:cubicBezTo>
                <a:lnTo>
                  <a:pt x="232752" y="214313"/>
                </a:lnTo>
                <a:close/>
                <a:moveTo>
                  <a:pt x="210741" y="71438"/>
                </a:moveTo>
                <a:cubicBezTo>
                  <a:pt x="210741" y="53695"/>
                  <a:pt x="225145" y="39291"/>
                  <a:pt x="242888" y="39291"/>
                </a:cubicBezTo>
                <a:cubicBezTo>
                  <a:pt x="260630" y="39291"/>
                  <a:pt x="275034" y="53695"/>
                  <a:pt x="275034" y="71437"/>
                </a:cubicBezTo>
                <a:cubicBezTo>
                  <a:pt x="275034" y="89180"/>
                  <a:pt x="260630" y="103584"/>
                  <a:pt x="242888" y="103584"/>
                </a:cubicBezTo>
                <a:cubicBezTo>
                  <a:pt x="225145" y="103584"/>
                  <a:pt x="210741" y="89180"/>
                  <a:pt x="210741" y="71438"/>
                </a:cubicBezTo>
                <a:close/>
                <a:moveTo>
                  <a:pt x="71438" y="192881"/>
                </a:moveTo>
                <a:cubicBezTo>
                  <a:pt x="71438" y="153412"/>
                  <a:pt x="103406" y="121444"/>
                  <a:pt x="142875" y="121444"/>
                </a:cubicBezTo>
                <a:cubicBezTo>
                  <a:pt x="182344" y="121444"/>
                  <a:pt x="214313" y="153412"/>
                  <a:pt x="214313" y="192881"/>
                </a:cubicBezTo>
                <a:lnTo>
                  <a:pt x="214313" y="200025"/>
                </a:lnTo>
                <a:cubicBezTo>
                  <a:pt x="214313" y="207928"/>
                  <a:pt x="207928" y="214313"/>
                  <a:pt x="200025" y="214313"/>
                </a:cubicBezTo>
                <a:lnTo>
                  <a:pt x="85725" y="214313"/>
                </a:lnTo>
                <a:cubicBezTo>
                  <a:pt x="77822" y="214313"/>
                  <a:pt x="71438" y="207928"/>
                  <a:pt x="71438" y="200025"/>
                </a:cubicBezTo>
                <a:lnTo>
                  <a:pt x="71438" y="192881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7" name="Text 25"/>
          <p:cNvSpPr/>
          <p:nvPr/>
        </p:nvSpPr>
        <p:spPr>
          <a:xfrm>
            <a:off x="978332" y="5087050"/>
            <a:ext cx="1409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Target Users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81705" y="5547461"/>
            <a:ext cx="1654629" cy="692604"/>
          </a:xfrm>
          <a:custGeom>
            <a:avLst/>
            <a:gdLst/>
            <a:ahLst/>
            <a:cxnLst/>
            <a:rect l="l" t="t" r="r" b="b"/>
            <a:pathLst>
              <a:path w="1654629" h="692604">
                <a:moveTo>
                  <a:pt x="76200" y="0"/>
                </a:moveTo>
                <a:lnTo>
                  <a:pt x="1578428" y="0"/>
                </a:lnTo>
                <a:cubicBezTo>
                  <a:pt x="1620513" y="0"/>
                  <a:pt x="1654629" y="34116"/>
                  <a:pt x="1654629" y="76200"/>
                </a:cubicBezTo>
                <a:lnTo>
                  <a:pt x="1654629" y="616403"/>
                </a:lnTo>
                <a:cubicBezTo>
                  <a:pt x="1654629" y="658488"/>
                  <a:pt x="1620513" y="692604"/>
                  <a:pt x="1578428" y="692604"/>
                </a:cubicBezTo>
                <a:lnTo>
                  <a:pt x="76200" y="692604"/>
                </a:lnTo>
                <a:cubicBezTo>
                  <a:pt x="34116" y="692604"/>
                  <a:pt x="0" y="658488"/>
                  <a:pt x="0" y="616403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91919"/>
          </a:solidFill>
          <a:ln w="9071">
            <a:solidFill>
              <a:srgbClr val="3333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351466" y="5665145"/>
            <a:ext cx="119063" cy="190500"/>
          </a:xfrm>
          <a:custGeom>
            <a:avLst/>
            <a:gdLst/>
            <a:ahLst/>
            <a:cxnLst/>
            <a:rect l="l" t="t" r="r" b="b"/>
            <a:pathLst>
              <a:path w="119063" h="190500">
                <a:moveTo>
                  <a:pt x="35719" y="23812"/>
                </a:moveTo>
                <a:cubicBezTo>
                  <a:pt x="35719" y="10670"/>
                  <a:pt x="46389" y="0"/>
                  <a:pt x="59531" y="0"/>
                </a:cubicBezTo>
                <a:cubicBezTo>
                  <a:pt x="72674" y="0"/>
                  <a:pt x="83344" y="10670"/>
                  <a:pt x="83344" y="23812"/>
                </a:cubicBezTo>
                <a:cubicBezTo>
                  <a:pt x="83344" y="36955"/>
                  <a:pt x="72674" y="47625"/>
                  <a:pt x="59531" y="47625"/>
                </a:cubicBezTo>
                <a:cubicBezTo>
                  <a:pt x="46389" y="47625"/>
                  <a:pt x="35719" y="36955"/>
                  <a:pt x="35719" y="23812"/>
                </a:cubicBezTo>
                <a:close/>
                <a:moveTo>
                  <a:pt x="53578" y="142875"/>
                </a:moveTo>
                <a:lnTo>
                  <a:pt x="53578" y="178594"/>
                </a:lnTo>
                <a:cubicBezTo>
                  <a:pt x="53578" y="185179"/>
                  <a:pt x="48258" y="190500"/>
                  <a:pt x="41672" y="190500"/>
                </a:cubicBezTo>
                <a:cubicBezTo>
                  <a:pt x="35086" y="190500"/>
                  <a:pt x="29766" y="185179"/>
                  <a:pt x="29766" y="178594"/>
                </a:cubicBezTo>
                <a:lnTo>
                  <a:pt x="29766" y="107082"/>
                </a:lnTo>
                <a:lnTo>
                  <a:pt x="21989" y="119435"/>
                </a:lnTo>
                <a:cubicBezTo>
                  <a:pt x="18492" y="125016"/>
                  <a:pt x="11125" y="126653"/>
                  <a:pt x="5581" y="123155"/>
                </a:cubicBezTo>
                <a:cubicBezTo>
                  <a:pt x="37" y="119658"/>
                  <a:pt x="-1674" y="112328"/>
                  <a:pt x="1823" y="106784"/>
                </a:cubicBezTo>
                <a:lnTo>
                  <a:pt x="16669" y="83232"/>
                </a:lnTo>
                <a:cubicBezTo>
                  <a:pt x="25933" y="68461"/>
                  <a:pt x="42118" y="59531"/>
                  <a:pt x="59531" y="59531"/>
                </a:cubicBezTo>
                <a:cubicBezTo>
                  <a:pt x="76944" y="59531"/>
                  <a:pt x="93129" y="68461"/>
                  <a:pt x="102394" y="83195"/>
                </a:cubicBezTo>
                <a:lnTo>
                  <a:pt x="117239" y="106784"/>
                </a:lnTo>
                <a:cubicBezTo>
                  <a:pt x="120737" y="112365"/>
                  <a:pt x="119063" y="119695"/>
                  <a:pt x="113519" y="123192"/>
                </a:cubicBezTo>
                <a:cubicBezTo>
                  <a:pt x="107975" y="126690"/>
                  <a:pt x="100608" y="125016"/>
                  <a:pt x="97110" y="119472"/>
                </a:cubicBezTo>
                <a:lnTo>
                  <a:pt x="89297" y="107082"/>
                </a:lnTo>
                <a:lnTo>
                  <a:pt x="89297" y="178594"/>
                </a:lnTo>
                <a:cubicBezTo>
                  <a:pt x="89297" y="185179"/>
                  <a:pt x="83976" y="190500"/>
                  <a:pt x="77391" y="190500"/>
                </a:cubicBezTo>
                <a:cubicBezTo>
                  <a:pt x="70805" y="190500"/>
                  <a:pt x="65484" y="185179"/>
                  <a:pt x="65484" y="178594"/>
                </a:cubicBezTo>
                <a:lnTo>
                  <a:pt x="65484" y="142875"/>
                </a:lnTo>
                <a:lnTo>
                  <a:pt x="53578" y="142875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0" name="Text 28"/>
          <p:cNvSpPr/>
          <p:nvPr/>
        </p:nvSpPr>
        <p:spPr>
          <a:xfrm>
            <a:off x="666048" y="5931757"/>
            <a:ext cx="1485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Youth Athletes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2361477" y="5547461"/>
            <a:ext cx="1654629" cy="692604"/>
          </a:xfrm>
          <a:custGeom>
            <a:avLst/>
            <a:gdLst/>
            <a:ahLst/>
            <a:cxnLst/>
            <a:rect l="l" t="t" r="r" b="b"/>
            <a:pathLst>
              <a:path w="1654629" h="692604">
                <a:moveTo>
                  <a:pt x="76200" y="0"/>
                </a:moveTo>
                <a:lnTo>
                  <a:pt x="1578428" y="0"/>
                </a:lnTo>
                <a:cubicBezTo>
                  <a:pt x="1620513" y="0"/>
                  <a:pt x="1654629" y="34116"/>
                  <a:pt x="1654629" y="76200"/>
                </a:cubicBezTo>
                <a:lnTo>
                  <a:pt x="1654629" y="616403"/>
                </a:lnTo>
                <a:cubicBezTo>
                  <a:pt x="1654629" y="658488"/>
                  <a:pt x="1620513" y="692604"/>
                  <a:pt x="1578428" y="692604"/>
                </a:cubicBezTo>
                <a:lnTo>
                  <a:pt x="76200" y="692604"/>
                </a:lnTo>
                <a:cubicBezTo>
                  <a:pt x="34116" y="692604"/>
                  <a:pt x="0" y="658488"/>
                  <a:pt x="0" y="616403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91919"/>
          </a:solidFill>
          <a:ln w="9071">
            <a:solidFill>
              <a:srgbClr val="3333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083613" y="566514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23812" y="47625"/>
                </a:moveTo>
                <a:cubicBezTo>
                  <a:pt x="23812" y="24626"/>
                  <a:pt x="42485" y="5953"/>
                  <a:pt x="65484" y="5953"/>
                </a:cubicBezTo>
                <a:cubicBezTo>
                  <a:pt x="88484" y="5953"/>
                  <a:pt x="107156" y="24626"/>
                  <a:pt x="107156" y="47625"/>
                </a:cubicBezTo>
                <a:cubicBezTo>
                  <a:pt x="107156" y="70624"/>
                  <a:pt x="88484" y="89297"/>
                  <a:pt x="65484" y="89297"/>
                </a:cubicBezTo>
                <a:cubicBezTo>
                  <a:pt x="42485" y="89297"/>
                  <a:pt x="23813" y="70624"/>
                  <a:pt x="23812" y="47625"/>
                </a:cubicBezTo>
                <a:close/>
                <a:moveTo>
                  <a:pt x="0" y="172641"/>
                </a:moveTo>
                <a:cubicBezTo>
                  <a:pt x="0" y="136475"/>
                  <a:pt x="29319" y="107156"/>
                  <a:pt x="65484" y="107156"/>
                </a:cubicBezTo>
                <a:cubicBezTo>
                  <a:pt x="101650" y="107156"/>
                  <a:pt x="130969" y="136475"/>
                  <a:pt x="130969" y="172641"/>
                </a:cubicBezTo>
                <a:lnTo>
                  <a:pt x="130969" y="174873"/>
                </a:lnTo>
                <a:cubicBezTo>
                  <a:pt x="130969" y="183505"/>
                  <a:pt x="123974" y="190500"/>
                  <a:pt x="115342" y="190500"/>
                </a:cubicBezTo>
                <a:lnTo>
                  <a:pt x="15627" y="190500"/>
                </a:lnTo>
                <a:cubicBezTo>
                  <a:pt x="6995" y="190500"/>
                  <a:pt x="0" y="183505"/>
                  <a:pt x="0" y="174873"/>
                </a:cubicBezTo>
                <a:lnTo>
                  <a:pt x="0" y="172641"/>
                </a:lnTo>
                <a:close/>
                <a:moveTo>
                  <a:pt x="160734" y="23812"/>
                </a:moveTo>
                <a:cubicBezTo>
                  <a:pt x="180448" y="23812"/>
                  <a:pt x="196453" y="39818"/>
                  <a:pt x="196453" y="59531"/>
                </a:cubicBezTo>
                <a:cubicBezTo>
                  <a:pt x="196453" y="79245"/>
                  <a:pt x="180448" y="95250"/>
                  <a:pt x="160734" y="95250"/>
                </a:cubicBezTo>
                <a:cubicBezTo>
                  <a:pt x="141021" y="95250"/>
                  <a:pt x="125016" y="79245"/>
                  <a:pt x="125016" y="59531"/>
                </a:cubicBezTo>
                <a:cubicBezTo>
                  <a:pt x="125016" y="39818"/>
                  <a:pt x="141021" y="23813"/>
                  <a:pt x="160734" y="23812"/>
                </a:cubicBezTo>
                <a:close/>
                <a:moveTo>
                  <a:pt x="160734" y="113109"/>
                </a:moveTo>
                <a:cubicBezTo>
                  <a:pt x="190314" y="113109"/>
                  <a:pt x="214313" y="137108"/>
                  <a:pt x="214313" y="166688"/>
                </a:cubicBezTo>
                <a:lnTo>
                  <a:pt x="214313" y="175022"/>
                </a:lnTo>
                <a:cubicBezTo>
                  <a:pt x="214313" y="183579"/>
                  <a:pt x="207392" y="190500"/>
                  <a:pt x="198834" y="190500"/>
                </a:cubicBezTo>
                <a:lnTo>
                  <a:pt x="144959" y="190500"/>
                </a:lnTo>
                <a:cubicBezTo>
                  <a:pt x="147414" y="185849"/>
                  <a:pt x="148828" y="180529"/>
                  <a:pt x="148828" y="174873"/>
                </a:cubicBezTo>
                <a:lnTo>
                  <a:pt x="148828" y="172641"/>
                </a:lnTo>
                <a:cubicBezTo>
                  <a:pt x="148828" y="153479"/>
                  <a:pt x="142354" y="135843"/>
                  <a:pt x="131527" y="121779"/>
                </a:cubicBezTo>
                <a:cubicBezTo>
                  <a:pt x="139936" y="116309"/>
                  <a:pt x="149982" y="113109"/>
                  <a:pt x="160734" y="113109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3" name="Text 31"/>
          <p:cNvSpPr/>
          <p:nvPr/>
        </p:nvSpPr>
        <p:spPr>
          <a:xfrm>
            <a:off x="2445820" y="5931757"/>
            <a:ext cx="1485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Amateur Players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141249" y="5547461"/>
            <a:ext cx="1654629" cy="692604"/>
          </a:xfrm>
          <a:custGeom>
            <a:avLst/>
            <a:gdLst/>
            <a:ahLst/>
            <a:cxnLst/>
            <a:rect l="l" t="t" r="r" b="b"/>
            <a:pathLst>
              <a:path w="1654629" h="692604">
                <a:moveTo>
                  <a:pt x="76200" y="0"/>
                </a:moveTo>
                <a:lnTo>
                  <a:pt x="1578428" y="0"/>
                </a:lnTo>
                <a:cubicBezTo>
                  <a:pt x="1620513" y="0"/>
                  <a:pt x="1654629" y="34116"/>
                  <a:pt x="1654629" y="76200"/>
                </a:cubicBezTo>
                <a:lnTo>
                  <a:pt x="1654629" y="616403"/>
                </a:lnTo>
                <a:cubicBezTo>
                  <a:pt x="1654629" y="658488"/>
                  <a:pt x="1620513" y="692604"/>
                  <a:pt x="1578428" y="692604"/>
                </a:cubicBezTo>
                <a:lnTo>
                  <a:pt x="76200" y="692604"/>
                </a:lnTo>
                <a:cubicBezTo>
                  <a:pt x="34116" y="692604"/>
                  <a:pt x="0" y="658488"/>
                  <a:pt x="0" y="616403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91919"/>
          </a:solidFill>
          <a:ln w="9071">
            <a:solidFill>
              <a:srgbClr val="3333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63384" y="566514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7859" y="72851"/>
                </a:moveTo>
                <a:lnTo>
                  <a:pt x="95696" y="104887"/>
                </a:lnTo>
                <a:cubicBezTo>
                  <a:pt x="99343" y="106375"/>
                  <a:pt x="103212" y="107156"/>
                  <a:pt x="107156" y="107156"/>
                </a:cubicBezTo>
                <a:cubicBezTo>
                  <a:pt x="111100" y="107156"/>
                  <a:pt x="114970" y="106375"/>
                  <a:pt x="118616" y="104887"/>
                </a:cubicBezTo>
                <a:lnTo>
                  <a:pt x="208806" y="67754"/>
                </a:lnTo>
                <a:cubicBezTo>
                  <a:pt x="212154" y="66377"/>
                  <a:pt x="214313" y="63140"/>
                  <a:pt x="214313" y="59531"/>
                </a:cubicBezTo>
                <a:cubicBezTo>
                  <a:pt x="214313" y="55922"/>
                  <a:pt x="212154" y="52685"/>
                  <a:pt x="208806" y="51308"/>
                </a:cubicBezTo>
                <a:lnTo>
                  <a:pt x="118616" y="14176"/>
                </a:lnTo>
                <a:cubicBezTo>
                  <a:pt x="114970" y="12688"/>
                  <a:pt x="111100" y="11906"/>
                  <a:pt x="107156" y="11906"/>
                </a:cubicBezTo>
                <a:cubicBezTo>
                  <a:pt x="103212" y="11906"/>
                  <a:pt x="99343" y="12688"/>
                  <a:pt x="95696" y="14176"/>
                </a:cubicBezTo>
                <a:lnTo>
                  <a:pt x="5507" y="51308"/>
                </a:lnTo>
                <a:cubicBezTo>
                  <a:pt x="2158" y="52685"/>
                  <a:pt x="0" y="55922"/>
                  <a:pt x="0" y="59531"/>
                </a:cubicBezTo>
                <a:lnTo>
                  <a:pt x="0" y="169664"/>
                </a:lnTo>
                <a:cubicBezTo>
                  <a:pt x="0" y="174613"/>
                  <a:pt x="3981" y="178594"/>
                  <a:pt x="8930" y="178594"/>
                </a:cubicBezTo>
                <a:cubicBezTo>
                  <a:pt x="13878" y="178594"/>
                  <a:pt x="17859" y="174613"/>
                  <a:pt x="17859" y="169664"/>
                </a:cubicBezTo>
                <a:lnTo>
                  <a:pt x="17859" y="72851"/>
                </a:lnTo>
                <a:close/>
                <a:moveTo>
                  <a:pt x="35719" y="99529"/>
                </a:moveTo>
                <a:lnTo>
                  <a:pt x="35719" y="142875"/>
                </a:lnTo>
                <a:cubicBezTo>
                  <a:pt x="35719" y="162595"/>
                  <a:pt x="67717" y="178594"/>
                  <a:pt x="107156" y="178594"/>
                </a:cubicBezTo>
                <a:cubicBezTo>
                  <a:pt x="146596" y="178594"/>
                  <a:pt x="178594" y="162595"/>
                  <a:pt x="178594" y="142875"/>
                </a:cubicBezTo>
                <a:lnTo>
                  <a:pt x="178594" y="99492"/>
                </a:lnTo>
                <a:lnTo>
                  <a:pt x="125425" y="121407"/>
                </a:lnTo>
                <a:cubicBezTo>
                  <a:pt x="119621" y="123788"/>
                  <a:pt x="113444" y="125016"/>
                  <a:pt x="107156" y="125016"/>
                </a:cubicBezTo>
                <a:cubicBezTo>
                  <a:pt x="100868" y="125016"/>
                  <a:pt x="94692" y="123788"/>
                  <a:pt x="88888" y="121407"/>
                </a:cubicBezTo>
                <a:lnTo>
                  <a:pt x="35719" y="99492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6" name="Text 34"/>
          <p:cNvSpPr/>
          <p:nvPr/>
        </p:nvSpPr>
        <p:spPr>
          <a:xfrm>
            <a:off x="4225592" y="5931757"/>
            <a:ext cx="1485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School Teams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194652" y="1870132"/>
            <a:ext cx="5617029" cy="3397704"/>
          </a:xfrm>
          <a:custGeom>
            <a:avLst/>
            <a:gdLst/>
            <a:ahLst/>
            <a:cxnLst/>
            <a:rect l="l" t="t" r="r" b="b"/>
            <a:pathLst>
              <a:path w="5617029" h="3397704">
                <a:moveTo>
                  <a:pt x="114299" y="0"/>
                </a:moveTo>
                <a:lnTo>
                  <a:pt x="5502730" y="0"/>
                </a:lnTo>
                <a:cubicBezTo>
                  <a:pt x="5565855" y="0"/>
                  <a:pt x="5617029" y="51173"/>
                  <a:pt x="5617029" y="114299"/>
                </a:cubicBezTo>
                <a:lnTo>
                  <a:pt x="5617029" y="3283405"/>
                </a:lnTo>
                <a:cubicBezTo>
                  <a:pt x="5617029" y="3346530"/>
                  <a:pt x="5565855" y="3397704"/>
                  <a:pt x="5502730" y="3397704"/>
                </a:cubicBezTo>
                <a:lnTo>
                  <a:pt x="114299" y="3397704"/>
                </a:lnTo>
                <a:cubicBezTo>
                  <a:pt x="51173" y="3397704"/>
                  <a:pt x="0" y="3346530"/>
                  <a:pt x="0" y="3283405"/>
                </a:cubicBezTo>
                <a:lnTo>
                  <a:pt x="0" y="114299"/>
                </a:lnTo>
                <a:cubicBezTo>
                  <a:pt x="0" y="51173"/>
                  <a:pt x="51173" y="0"/>
                  <a:pt x="114299" y="0"/>
                </a:cubicBezTo>
                <a:close/>
              </a:path>
            </a:pathLst>
          </a:custGeom>
          <a:solidFill>
            <a:srgbClr val="262626"/>
          </a:solidFill>
          <a:ln w="9071">
            <a:solidFill>
              <a:srgbClr val="33333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417129" y="210209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99968" y="14288"/>
                </a:moveTo>
                <a:lnTo>
                  <a:pt x="65946" y="14288"/>
                </a:lnTo>
                <a:cubicBezTo>
                  <a:pt x="52819" y="14288"/>
                  <a:pt x="41344" y="23262"/>
                  <a:pt x="38219" y="35987"/>
                </a:cubicBezTo>
                <a:lnTo>
                  <a:pt x="625" y="187747"/>
                </a:lnTo>
                <a:cubicBezTo>
                  <a:pt x="-2724" y="201231"/>
                  <a:pt x="7501" y="214313"/>
                  <a:pt x="21431" y="214313"/>
                </a:cubicBezTo>
                <a:lnTo>
                  <a:pt x="99968" y="214313"/>
                </a:lnTo>
                <a:lnTo>
                  <a:pt x="99968" y="185738"/>
                </a:lnTo>
                <a:cubicBezTo>
                  <a:pt x="99968" y="177835"/>
                  <a:pt x="106353" y="171450"/>
                  <a:pt x="114255" y="171450"/>
                </a:cubicBezTo>
                <a:cubicBezTo>
                  <a:pt x="122158" y="171450"/>
                  <a:pt x="128543" y="177835"/>
                  <a:pt x="128543" y="185738"/>
                </a:cubicBezTo>
                <a:lnTo>
                  <a:pt x="128543" y="214313"/>
                </a:lnTo>
                <a:lnTo>
                  <a:pt x="207169" y="214313"/>
                </a:lnTo>
                <a:cubicBezTo>
                  <a:pt x="221099" y="214313"/>
                  <a:pt x="231324" y="201231"/>
                  <a:pt x="227975" y="187747"/>
                </a:cubicBezTo>
                <a:lnTo>
                  <a:pt x="190426" y="35987"/>
                </a:lnTo>
                <a:cubicBezTo>
                  <a:pt x="187256" y="23262"/>
                  <a:pt x="175826" y="14288"/>
                  <a:pt x="162654" y="14288"/>
                </a:cubicBezTo>
                <a:lnTo>
                  <a:pt x="128543" y="14288"/>
                </a:lnTo>
                <a:lnTo>
                  <a:pt x="128543" y="42863"/>
                </a:lnTo>
                <a:cubicBezTo>
                  <a:pt x="128543" y="50765"/>
                  <a:pt x="122158" y="57150"/>
                  <a:pt x="114255" y="57150"/>
                </a:cubicBezTo>
                <a:cubicBezTo>
                  <a:pt x="106353" y="57150"/>
                  <a:pt x="99968" y="50765"/>
                  <a:pt x="99968" y="42863"/>
                </a:cubicBezTo>
                <a:lnTo>
                  <a:pt x="99968" y="14288"/>
                </a:lnTo>
                <a:close/>
                <a:moveTo>
                  <a:pt x="128543" y="100013"/>
                </a:moveTo>
                <a:lnTo>
                  <a:pt x="128543" y="128588"/>
                </a:lnTo>
                <a:cubicBezTo>
                  <a:pt x="128543" y="136490"/>
                  <a:pt x="122158" y="142875"/>
                  <a:pt x="114255" y="142875"/>
                </a:cubicBezTo>
                <a:cubicBezTo>
                  <a:pt x="106353" y="142875"/>
                  <a:pt x="99968" y="136490"/>
                  <a:pt x="99968" y="128588"/>
                </a:cubicBezTo>
                <a:lnTo>
                  <a:pt x="99968" y="100013"/>
                </a:lnTo>
                <a:cubicBezTo>
                  <a:pt x="99968" y="92110"/>
                  <a:pt x="106353" y="85725"/>
                  <a:pt x="114255" y="85725"/>
                </a:cubicBezTo>
                <a:cubicBezTo>
                  <a:pt x="122158" y="85725"/>
                  <a:pt x="128543" y="92110"/>
                  <a:pt x="128543" y="100013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9" name="Text 37"/>
          <p:cNvSpPr/>
          <p:nvPr/>
        </p:nvSpPr>
        <p:spPr>
          <a:xfrm>
            <a:off x="6788583" y="2064034"/>
            <a:ext cx="17811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Future Roadmap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388554" y="2521044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1" name="Text 39"/>
          <p:cNvSpPr/>
          <p:nvPr/>
        </p:nvSpPr>
        <p:spPr>
          <a:xfrm>
            <a:off x="6514207" y="2578236"/>
            <a:ext cx="123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807611" y="2521044"/>
            <a:ext cx="3305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Expand Sports Coverage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807611" y="2749704"/>
            <a:ext cx="3295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Tennis serve, golf swing, baseball pitch, volleyball spike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388554" y="3054379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5" name="Text 43"/>
          <p:cNvSpPr/>
          <p:nvPr/>
        </p:nvSpPr>
        <p:spPr>
          <a:xfrm>
            <a:off x="6502194" y="3111571"/>
            <a:ext cx="14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807611" y="3054379"/>
            <a:ext cx="2914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 Comparison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807611" y="3283044"/>
            <a:ext cx="2905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Compare user form against professional athletes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388554" y="3587714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9" name="Text 47"/>
          <p:cNvSpPr/>
          <p:nvPr/>
        </p:nvSpPr>
        <p:spPr>
          <a:xfrm>
            <a:off x="6501557" y="3644905"/>
            <a:ext cx="14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807611" y="3587714"/>
            <a:ext cx="3105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Progress Tracking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807611" y="3816379"/>
            <a:ext cx="3095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Historical data and improvement analytics over time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388554" y="4121053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53" name="Text 51"/>
          <p:cNvSpPr/>
          <p:nvPr/>
        </p:nvSpPr>
        <p:spPr>
          <a:xfrm>
            <a:off x="6501663" y="4178245"/>
            <a:ext cx="14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6807611" y="4121053"/>
            <a:ext cx="2171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Mobile App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807611" y="4349714"/>
            <a:ext cx="2162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Native iOS and Android applications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388554" y="4654388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57" name="Text 55"/>
          <p:cNvSpPr/>
          <p:nvPr/>
        </p:nvSpPr>
        <p:spPr>
          <a:xfrm>
            <a:off x="6502514" y="4711580"/>
            <a:ext cx="14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6807611" y="4654388"/>
            <a:ext cx="2628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Wearable Integration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6807611" y="4883053"/>
            <a:ext cx="2619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Connect with fitness trackers for richer data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6194652" y="5426487"/>
            <a:ext cx="5617029" cy="1226004"/>
          </a:xfrm>
          <a:custGeom>
            <a:avLst/>
            <a:gdLst/>
            <a:ahLst/>
            <a:cxnLst/>
            <a:rect l="l" t="t" r="r" b="b"/>
            <a:pathLst>
              <a:path w="5617029" h="1226004">
                <a:moveTo>
                  <a:pt x="114300" y="0"/>
                </a:moveTo>
                <a:lnTo>
                  <a:pt x="5502728" y="0"/>
                </a:lnTo>
                <a:cubicBezTo>
                  <a:pt x="5565855" y="0"/>
                  <a:pt x="5617029" y="51174"/>
                  <a:pt x="5617029" y="114300"/>
                </a:cubicBezTo>
                <a:lnTo>
                  <a:pt x="5617029" y="1111703"/>
                </a:lnTo>
                <a:cubicBezTo>
                  <a:pt x="5617029" y="1174830"/>
                  <a:pt x="5565855" y="1226004"/>
                  <a:pt x="5502728" y="1226004"/>
                </a:cubicBezTo>
                <a:lnTo>
                  <a:pt x="114300" y="1226004"/>
                </a:lnTo>
                <a:cubicBezTo>
                  <a:pt x="51174" y="1226004"/>
                  <a:pt x="0" y="1174830"/>
                  <a:pt x="0" y="1111703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 w="9071">
            <a:solidFill>
              <a:srgbClr val="6366F1">
                <a:alpha val="30196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388554" y="5620389"/>
            <a:ext cx="1323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Market Potential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11432722" y="5677474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52519" y="71438"/>
                </a:moveTo>
                <a:lnTo>
                  <a:pt x="100132" y="71438"/>
                </a:lnTo>
                <a:cubicBezTo>
                  <a:pt x="94863" y="71438"/>
                  <a:pt x="90607" y="67181"/>
                  <a:pt x="90607" y="61912"/>
                </a:cubicBezTo>
                <a:lnTo>
                  <a:pt x="90607" y="9525"/>
                </a:lnTo>
                <a:cubicBezTo>
                  <a:pt x="90607" y="4256"/>
                  <a:pt x="94893" y="-60"/>
                  <a:pt x="100102" y="625"/>
                </a:cubicBezTo>
                <a:cubicBezTo>
                  <a:pt x="131951" y="4852"/>
                  <a:pt x="157192" y="30093"/>
                  <a:pt x="161419" y="61942"/>
                </a:cubicBezTo>
                <a:cubicBezTo>
                  <a:pt x="162104" y="67151"/>
                  <a:pt x="157788" y="71438"/>
                  <a:pt x="152519" y="71438"/>
                </a:cubicBezTo>
                <a:close/>
                <a:moveTo>
                  <a:pt x="66258" y="11073"/>
                </a:moveTo>
                <a:cubicBezTo>
                  <a:pt x="71646" y="9942"/>
                  <a:pt x="76319" y="14347"/>
                  <a:pt x="76319" y="19854"/>
                </a:cubicBezTo>
                <a:lnTo>
                  <a:pt x="76319" y="78581"/>
                </a:lnTo>
                <a:cubicBezTo>
                  <a:pt x="76319" y="80248"/>
                  <a:pt x="76914" y="81855"/>
                  <a:pt x="77956" y="83135"/>
                </a:cubicBezTo>
                <a:lnTo>
                  <a:pt x="117277" y="130582"/>
                </a:lnTo>
                <a:cubicBezTo>
                  <a:pt x="120759" y="134779"/>
                  <a:pt x="120015" y="141119"/>
                  <a:pt x="115223" y="143708"/>
                </a:cubicBezTo>
                <a:cubicBezTo>
                  <a:pt x="105073" y="149245"/>
                  <a:pt x="93434" y="152400"/>
                  <a:pt x="81082" y="152400"/>
                </a:cubicBezTo>
                <a:cubicBezTo>
                  <a:pt x="41642" y="152400"/>
                  <a:pt x="9644" y="120402"/>
                  <a:pt x="9644" y="80962"/>
                </a:cubicBezTo>
                <a:cubicBezTo>
                  <a:pt x="9644" y="46583"/>
                  <a:pt x="33903" y="17889"/>
                  <a:pt x="66258" y="11073"/>
                </a:cubicBezTo>
                <a:close/>
                <a:moveTo>
                  <a:pt x="142220" y="85725"/>
                </a:moveTo>
                <a:lnTo>
                  <a:pt x="161270" y="85725"/>
                </a:lnTo>
                <a:cubicBezTo>
                  <a:pt x="166777" y="85725"/>
                  <a:pt x="171182" y="90398"/>
                  <a:pt x="170051" y="95786"/>
                </a:cubicBezTo>
                <a:cubicBezTo>
                  <a:pt x="167015" y="110192"/>
                  <a:pt x="159633" y="122992"/>
                  <a:pt x="149334" y="132755"/>
                </a:cubicBezTo>
                <a:cubicBezTo>
                  <a:pt x="145673" y="136237"/>
                  <a:pt x="139928" y="135493"/>
                  <a:pt x="136714" y="131594"/>
                </a:cubicBezTo>
                <a:lnTo>
                  <a:pt x="111591" y="101322"/>
                </a:lnTo>
                <a:cubicBezTo>
                  <a:pt x="106442" y="95101"/>
                  <a:pt x="110877" y="85725"/>
                  <a:pt x="118914" y="85725"/>
                </a:cubicBezTo>
                <a:lnTo>
                  <a:pt x="142190" y="85725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63" name="Text 61"/>
          <p:cNvSpPr/>
          <p:nvPr/>
        </p:nvSpPr>
        <p:spPr>
          <a:xfrm>
            <a:off x="6331404" y="6001389"/>
            <a:ext cx="17811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2.5B+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6359979" y="6306059"/>
            <a:ext cx="17240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Amateur athletes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8111175" y="6001389"/>
            <a:ext cx="17811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$15B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8139750" y="6306059"/>
            <a:ext cx="17240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Sports tech market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9890947" y="6001389"/>
            <a:ext cx="17811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85%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9919522" y="6306059"/>
            <a:ext cx="17240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Without coaching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viasport.ca/fb0ce3ff599308144ae3545fa09a71117a31cfa7.jp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0" r="0" t="14498" b="14498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91919">
                  <a:alpha val="95000"/>
                </a:srgbClr>
              </a:gs>
              <a:gs pos="50000">
                <a:srgbClr val="191919">
                  <a:alpha val="90000"/>
                </a:srgbClr>
              </a:gs>
              <a:gs pos="100000">
                <a:srgbClr val="6366F1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5287013" y="873832"/>
            <a:ext cx="1616529" cy="464004"/>
          </a:xfrm>
          <a:custGeom>
            <a:avLst/>
            <a:gdLst/>
            <a:ahLst/>
            <a:cxnLst/>
            <a:rect l="l" t="t" r="r" b="b"/>
            <a:pathLst>
              <a:path w="1616529" h="464004">
                <a:moveTo>
                  <a:pt x="232002" y="0"/>
                </a:moveTo>
                <a:lnTo>
                  <a:pt x="1384527" y="0"/>
                </a:lnTo>
                <a:cubicBezTo>
                  <a:pt x="1512658" y="0"/>
                  <a:pt x="1616529" y="103871"/>
                  <a:pt x="1616529" y="232002"/>
                </a:cubicBezTo>
                <a:lnTo>
                  <a:pt x="1616529" y="232002"/>
                </a:lnTo>
                <a:cubicBezTo>
                  <a:pt x="1616529" y="360133"/>
                  <a:pt x="1512658" y="464004"/>
                  <a:pt x="1384527" y="464004"/>
                </a:cubicBezTo>
                <a:lnTo>
                  <a:pt x="232002" y="464004"/>
                </a:lnTo>
                <a:cubicBezTo>
                  <a:pt x="103957" y="464004"/>
                  <a:pt x="0" y="360047"/>
                  <a:pt x="0" y="232002"/>
                </a:cubicBezTo>
                <a:lnTo>
                  <a:pt x="0" y="232002"/>
                </a:lnTo>
                <a:cubicBezTo>
                  <a:pt x="0" y="103957"/>
                  <a:pt x="103957" y="0"/>
                  <a:pt x="23200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9071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538022" y="102957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1735" y="25926"/>
                </a:moveTo>
                <a:lnTo>
                  <a:pt x="76200" y="32087"/>
                </a:lnTo>
                <a:lnTo>
                  <a:pt x="80665" y="25926"/>
                </a:lnTo>
                <a:cubicBezTo>
                  <a:pt x="88106" y="15627"/>
                  <a:pt x="100072" y="9525"/>
                  <a:pt x="112782" y="9525"/>
                </a:cubicBezTo>
                <a:cubicBezTo>
                  <a:pt x="134660" y="9525"/>
                  <a:pt x="152400" y="27265"/>
                  <a:pt x="152400" y="49143"/>
                </a:cubicBezTo>
                <a:lnTo>
                  <a:pt x="152400" y="49917"/>
                </a:lnTo>
                <a:cubicBezTo>
                  <a:pt x="152400" y="83314"/>
                  <a:pt x="110758" y="122099"/>
                  <a:pt x="89029" y="138678"/>
                </a:cubicBezTo>
                <a:cubicBezTo>
                  <a:pt x="85338" y="141476"/>
                  <a:pt x="80814" y="142875"/>
                  <a:pt x="76200" y="142875"/>
                </a:cubicBezTo>
                <a:cubicBezTo>
                  <a:pt x="71586" y="142875"/>
                  <a:pt x="67032" y="141506"/>
                  <a:pt x="63371" y="138678"/>
                </a:cubicBezTo>
                <a:cubicBezTo>
                  <a:pt x="41642" y="122099"/>
                  <a:pt x="0" y="83314"/>
                  <a:pt x="0" y="49917"/>
                </a:cubicBezTo>
                <a:lnTo>
                  <a:pt x="0" y="49143"/>
                </a:lnTo>
                <a:cubicBezTo>
                  <a:pt x="0" y="27265"/>
                  <a:pt x="17740" y="9525"/>
                  <a:pt x="39618" y="9525"/>
                </a:cubicBezTo>
                <a:cubicBezTo>
                  <a:pt x="52328" y="9525"/>
                  <a:pt x="64294" y="15627"/>
                  <a:pt x="71735" y="25926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6" name="Text 3"/>
          <p:cNvSpPr/>
          <p:nvPr/>
        </p:nvSpPr>
        <p:spPr>
          <a:xfrm>
            <a:off x="5747487" y="991512"/>
            <a:ext cx="962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spc="30" kern="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210050" y="1950816"/>
            <a:ext cx="37719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54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Questions?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2899746" y="2865151"/>
            <a:ext cx="639127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Let's discuss how AI can transform sports training for everyone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2837621" y="3696995"/>
            <a:ext cx="1968954" cy="1359354"/>
          </a:xfrm>
          <a:custGeom>
            <a:avLst/>
            <a:gdLst/>
            <a:ahLst/>
            <a:cxnLst/>
            <a:rect l="l" t="t" r="r" b="b"/>
            <a:pathLst>
              <a:path w="1968954" h="1359354">
                <a:moveTo>
                  <a:pt x="114294" y="0"/>
                </a:moveTo>
                <a:lnTo>
                  <a:pt x="1854659" y="0"/>
                </a:lnTo>
                <a:cubicBezTo>
                  <a:pt x="1917782" y="0"/>
                  <a:pt x="1968954" y="51171"/>
                  <a:pt x="1968954" y="114294"/>
                </a:cubicBezTo>
                <a:lnTo>
                  <a:pt x="1968954" y="1245059"/>
                </a:lnTo>
                <a:cubicBezTo>
                  <a:pt x="1968954" y="1308182"/>
                  <a:pt x="1917782" y="1359354"/>
                  <a:pt x="1854659" y="1359354"/>
                </a:cubicBezTo>
                <a:lnTo>
                  <a:pt x="114294" y="1359354"/>
                </a:lnTo>
                <a:cubicBezTo>
                  <a:pt x="51171" y="1359354"/>
                  <a:pt x="0" y="1308182"/>
                  <a:pt x="0" y="1245059"/>
                </a:cubicBezTo>
                <a:lnTo>
                  <a:pt x="0" y="114294"/>
                </a:lnTo>
                <a:cubicBezTo>
                  <a:pt x="0" y="51171"/>
                  <a:pt x="51171" y="0"/>
                  <a:pt x="114294" y="0"/>
                </a:cubicBezTo>
                <a:close/>
              </a:path>
            </a:pathLst>
          </a:custGeom>
          <a:solidFill>
            <a:srgbClr val="262626">
              <a:alpha val="80000"/>
            </a:srgbClr>
          </a:solidFill>
          <a:ln w="9071">
            <a:solidFill>
              <a:srgbClr val="33333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679393" y="3928956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6789" y="35719"/>
                </a:moveTo>
                <a:cubicBezTo>
                  <a:pt x="11999" y="35719"/>
                  <a:pt x="0" y="47718"/>
                  <a:pt x="0" y="62508"/>
                </a:cubicBezTo>
                <a:cubicBezTo>
                  <a:pt x="0" y="70935"/>
                  <a:pt x="3963" y="78860"/>
                  <a:pt x="10716" y="83939"/>
                </a:cubicBezTo>
                <a:lnTo>
                  <a:pt x="126802" y="171004"/>
                </a:lnTo>
                <a:cubicBezTo>
                  <a:pt x="136345" y="178147"/>
                  <a:pt x="149405" y="178147"/>
                  <a:pt x="158948" y="171004"/>
                </a:cubicBezTo>
                <a:lnTo>
                  <a:pt x="275034" y="83939"/>
                </a:lnTo>
                <a:cubicBezTo>
                  <a:pt x="281787" y="78860"/>
                  <a:pt x="285750" y="70935"/>
                  <a:pt x="285750" y="62508"/>
                </a:cubicBezTo>
                <a:cubicBezTo>
                  <a:pt x="285750" y="47718"/>
                  <a:pt x="273751" y="35719"/>
                  <a:pt x="258961" y="35719"/>
                </a:cubicBezTo>
                <a:lnTo>
                  <a:pt x="26789" y="35719"/>
                </a:lnTo>
                <a:close/>
                <a:moveTo>
                  <a:pt x="0" y="109389"/>
                </a:moveTo>
                <a:lnTo>
                  <a:pt x="0" y="214313"/>
                </a:lnTo>
                <a:cubicBezTo>
                  <a:pt x="0" y="234014"/>
                  <a:pt x="16018" y="250031"/>
                  <a:pt x="35719" y="250031"/>
                </a:cubicBezTo>
                <a:lnTo>
                  <a:pt x="250031" y="250031"/>
                </a:lnTo>
                <a:cubicBezTo>
                  <a:pt x="269732" y="250031"/>
                  <a:pt x="285750" y="234014"/>
                  <a:pt x="285750" y="214313"/>
                </a:cubicBezTo>
                <a:lnTo>
                  <a:pt x="285750" y="109389"/>
                </a:lnTo>
                <a:lnTo>
                  <a:pt x="175022" y="192435"/>
                </a:lnTo>
                <a:cubicBezTo>
                  <a:pt x="155990" y="206722"/>
                  <a:pt x="129760" y="206722"/>
                  <a:pt x="110728" y="192435"/>
                </a:cubicBezTo>
                <a:lnTo>
                  <a:pt x="0" y="109389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1" name="Text 8"/>
          <p:cNvSpPr/>
          <p:nvPr/>
        </p:nvSpPr>
        <p:spPr>
          <a:xfrm>
            <a:off x="3026718" y="4328982"/>
            <a:ext cx="1590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Contact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036243" y="4633764"/>
            <a:ext cx="1571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team@formcheck.ai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113735" y="3696995"/>
            <a:ext cx="1968954" cy="1359354"/>
          </a:xfrm>
          <a:custGeom>
            <a:avLst/>
            <a:gdLst/>
            <a:ahLst/>
            <a:cxnLst/>
            <a:rect l="l" t="t" r="r" b="b"/>
            <a:pathLst>
              <a:path w="1968954" h="1359354">
                <a:moveTo>
                  <a:pt x="114294" y="0"/>
                </a:moveTo>
                <a:lnTo>
                  <a:pt x="1854659" y="0"/>
                </a:lnTo>
                <a:cubicBezTo>
                  <a:pt x="1917782" y="0"/>
                  <a:pt x="1968954" y="51171"/>
                  <a:pt x="1968954" y="114294"/>
                </a:cubicBezTo>
                <a:lnTo>
                  <a:pt x="1968954" y="1245059"/>
                </a:lnTo>
                <a:cubicBezTo>
                  <a:pt x="1968954" y="1308182"/>
                  <a:pt x="1917782" y="1359354"/>
                  <a:pt x="1854659" y="1359354"/>
                </a:cubicBezTo>
                <a:lnTo>
                  <a:pt x="114294" y="1359354"/>
                </a:lnTo>
                <a:cubicBezTo>
                  <a:pt x="51171" y="1359354"/>
                  <a:pt x="0" y="1308182"/>
                  <a:pt x="0" y="1245059"/>
                </a:cubicBezTo>
                <a:lnTo>
                  <a:pt x="0" y="114294"/>
                </a:lnTo>
                <a:cubicBezTo>
                  <a:pt x="0" y="51171"/>
                  <a:pt x="51171" y="0"/>
                  <a:pt x="114294" y="0"/>
                </a:cubicBezTo>
                <a:close/>
              </a:path>
            </a:pathLst>
          </a:custGeom>
          <a:solidFill>
            <a:srgbClr val="262626">
              <a:alpha val="80000"/>
            </a:srgbClr>
          </a:solidFill>
          <a:ln w="9071">
            <a:solidFill>
              <a:srgbClr val="33333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955506" y="3928956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36779" y="127527"/>
                </a:moveTo>
                <a:cubicBezTo>
                  <a:pt x="44202" y="75623"/>
                  <a:pt x="88906" y="35719"/>
                  <a:pt x="142875" y="35719"/>
                </a:cubicBezTo>
                <a:cubicBezTo>
                  <a:pt x="172455" y="35719"/>
                  <a:pt x="199244" y="47718"/>
                  <a:pt x="218666" y="67084"/>
                </a:cubicBezTo>
                <a:cubicBezTo>
                  <a:pt x="218777" y="67196"/>
                  <a:pt x="218889" y="67308"/>
                  <a:pt x="219001" y="67419"/>
                </a:cubicBezTo>
                <a:lnTo>
                  <a:pt x="223242" y="71438"/>
                </a:lnTo>
                <a:lnTo>
                  <a:pt x="196509" y="71438"/>
                </a:lnTo>
                <a:cubicBezTo>
                  <a:pt x="186630" y="71438"/>
                  <a:pt x="178650" y="79418"/>
                  <a:pt x="178650" y="89297"/>
                </a:cubicBezTo>
                <a:cubicBezTo>
                  <a:pt x="178650" y="99175"/>
                  <a:pt x="186630" y="107156"/>
                  <a:pt x="196509" y="107156"/>
                </a:cubicBezTo>
                <a:lnTo>
                  <a:pt x="267946" y="107156"/>
                </a:lnTo>
                <a:cubicBezTo>
                  <a:pt x="277825" y="107156"/>
                  <a:pt x="285806" y="99175"/>
                  <a:pt x="285806" y="89297"/>
                </a:cubicBezTo>
                <a:lnTo>
                  <a:pt x="285806" y="17859"/>
                </a:lnTo>
                <a:cubicBezTo>
                  <a:pt x="285806" y="7981"/>
                  <a:pt x="277825" y="0"/>
                  <a:pt x="267946" y="0"/>
                </a:cubicBezTo>
                <a:cubicBezTo>
                  <a:pt x="258068" y="0"/>
                  <a:pt x="250087" y="7981"/>
                  <a:pt x="250087" y="17859"/>
                </a:cubicBezTo>
                <a:lnTo>
                  <a:pt x="250087" y="47662"/>
                </a:lnTo>
                <a:lnTo>
                  <a:pt x="243780" y="41690"/>
                </a:lnTo>
                <a:cubicBezTo>
                  <a:pt x="217940" y="15962"/>
                  <a:pt x="182221" y="0"/>
                  <a:pt x="142875" y="0"/>
                </a:cubicBezTo>
                <a:cubicBezTo>
                  <a:pt x="70879" y="0"/>
                  <a:pt x="11330" y="53243"/>
                  <a:pt x="1451" y="122504"/>
                </a:cubicBezTo>
                <a:cubicBezTo>
                  <a:pt x="56" y="132271"/>
                  <a:pt x="6809" y="141312"/>
                  <a:pt x="16576" y="142708"/>
                </a:cubicBezTo>
                <a:cubicBezTo>
                  <a:pt x="26343" y="144103"/>
                  <a:pt x="35384" y="137294"/>
                  <a:pt x="36779" y="127583"/>
                </a:cubicBezTo>
                <a:close/>
                <a:moveTo>
                  <a:pt x="284299" y="163246"/>
                </a:moveTo>
                <a:cubicBezTo>
                  <a:pt x="285694" y="153479"/>
                  <a:pt x="278885" y="144438"/>
                  <a:pt x="269174" y="143042"/>
                </a:cubicBezTo>
                <a:cubicBezTo>
                  <a:pt x="259463" y="141647"/>
                  <a:pt x="250366" y="148456"/>
                  <a:pt x="248971" y="158167"/>
                </a:cubicBezTo>
                <a:cubicBezTo>
                  <a:pt x="241548" y="210071"/>
                  <a:pt x="196844" y="249975"/>
                  <a:pt x="142875" y="249975"/>
                </a:cubicBezTo>
                <a:cubicBezTo>
                  <a:pt x="113295" y="249975"/>
                  <a:pt x="86506" y="237976"/>
                  <a:pt x="67084" y="218610"/>
                </a:cubicBezTo>
                <a:cubicBezTo>
                  <a:pt x="66973" y="218498"/>
                  <a:pt x="66861" y="218387"/>
                  <a:pt x="66749" y="218275"/>
                </a:cubicBezTo>
                <a:lnTo>
                  <a:pt x="62508" y="214257"/>
                </a:lnTo>
                <a:lnTo>
                  <a:pt x="89241" y="214257"/>
                </a:lnTo>
                <a:cubicBezTo>
                  <a:pt x="99120" y="214257"/>
                  <a:pt x="107100" y="206276"/>
                  <a:pt x="107100" y="196397"/>
                </a:cubicBezTo>
                <a:cubicBezTo>
                  <a:pt x="107100" y="186519"/>
                  <a:pt x="99120" y="178538"/>
                  <a:pt x="89241" y="178538"/>
                </a:cubicBezTo>
                <a:lnTo>
                  <a:pt x="17859" y="178594"/>
                </a:lnTo>
                <a:cubicBezTo>
                  <a:pt x="13115" y="178594"/>
                  <a:pt x="8539" y="180491"/>
                  <a:pt x="5190" y="183896"/>
                </a:cubicBezTo>
                <a:cubicBezTo>
                  <a:pt x="1842" y="187300"/>
                  <a:pt x="-56" y="191821"/>
                  <a:pt x="0" y="196621"/>
                </a:cubicBezTo>
                <a:lnTo>
                  <a:pt x="558" y="267500"/>
                </a:lnTo>
                <a:cubicBezTo>
                  <a:pt x="614" y="277378"/>
                  <a:pt x="8706" y="285304"/>
                  <a:pt x="18585" y="285192"/>
                </a:cubicBezTo>
                <a:cubicBezTo>
                  <a:pt x="28463" y="285080"/>
                  <a:pt x="36388" y="277044"/>
                  <a:pt x="36277" y="267165"/>
                </a:cubicBezTo>
                <a:lnTo>
                  <a:pt x="36054" y="238423"/>
                </a:lnTo>
                <a:lnTo>
                  <a:pt x="42025" y="244060"/>
                </a:lnTo>
                <a:cubicBezTo>
                  <a:pt x="67866" y="269788"/>
                  <a:pt x="103529" y="285750"/>
                  <a:pt x="142875" y="285750"/>
                </a:cubicBezTo>
                <a:cubicBezTo>
                  <a:pt x="214871" y="285750"/>
                  <a:pt x="274420" y="232507"/>
                  <a:pt x="284299" y="163246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5" name="Text 12"/>
          <p:cNvSpPr/>
          <p:nvPr/>
        </p:nvSpPr>
        <p:spPr>
          <a:xfrm>
            <a:off x="5302832" y="4328982"/>
            <a:ext cx="1590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GitHub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312357" y="4633764"/>
            <a:ext cx="1571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github.com/formcheck-ai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7389848" y="3696995"/>
            <a:ext cx="1968954" cy="1359354"/>
          </a:xfrm>
          <a:custGeom>
            <a:avLst/>
            <a:gdLst/>
            <a:ahLst/>
            <a:cxnLst/>
            <a:rect l="l" t="t" r="r" b="b"/>
            <a:pathLst>
              <a:path w="1968954" h="1359354">
                <a:moveTo>
                  <a:pt x="114294" y="0"/>
                </a:moveTo>
                <a:lnTo>
                  <a:pt x="1854659" y="0"/>
                </a:lnTo>
                <a:cubicBezTo>
                  <a:pt x="1917782" y="0"/>
                  <a:pt x="1968954" y="51171"/>
                  <a:pt x="1968954" y="114294"/>
                </a:cubicBezTo>
                <a:lnTo>
                  <a:pt x="1968954" y="1245059"/>
                </a:lnTo>
                <a:cubicBezTo>
                  <a:pt x="1968954" y="1308182"/>
                  <a:pt x="1917782" y="1359354"/>
                  <a:pt x="1854659" y="1359354"/>
                </a:cubicBezTo>
                <a:lnTo>
                  <a:pt x="114294" y="1359354"/>
                </a:lnTo>
                <a:cubicBezTo>
                  <a:pt x="51171" y="1359354"/>
                  <a:pt x="0" y="1308182"/>
                  <a:pt x="0" y="1245059"/>
                </a:cubicBezTo>
                <a:lnTo>
                  <a:pt x="0" y="114294"/>
                </a:lnTo>
                <a:cubicBezTo>
                  <a:pt x="0" y="51171"/>
                  <a:pt x="51171" y="0"/>
                  <a:pt x="114294" y="0"/>
                </a:cubicBezTo>
                <a:close/>
              </a:path>
            </a:pathLst>
          </a:custGeom>
          <a:solidFill>
            <a:srgbClr val="262626">
              <a:alpha val="80000"/>
            </a:srgbClr>
          </a:solidFill>
          <a:ln w="9071">
            <a:solidFill>
              <a:srgbClr val="333333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231620" y="3928956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96397" y="156270"/>
                </a:moveTo>
                <a:lnTo>
                  <a:pt x="89855" y="156270"/>
                </a:lnTo>
                <a:cubicBezTo>
                  <a:pt x="91473" y="192267"/>
                  <a:pt x="99454" y="225419"/>
                  <a:pt x="110784" y="249696"/>
                </a:cubicBezTo>
                <a:cubicBezTo>
                  <a:pt x="117146" y="263370"/>
                  <a:pt x="124011" y="273025"/>
                  <a:pt x="130373" y="278941"/>
                </a:cubicBezTo>
                <a:cubicBezTo>
                  <a:pt x="136624" y="284801"/>
                  <a:pt x="140922" y="285750"/>
                  <a:pt x="143154" y="285750"/>
                </a:cubicBezTo>
                <a:cubicBezTo>
                  <a:pt x="145386" y="285750"/>
                  <a:pt x="149684" y="284801"/>
                  <a:pt x="155935" y="278941"/>
                </a:cubicBezTo>
                <a:cubicBezTo>
                  <a:pt x="162297" y="273025"/>
                  <a:pt x="169162" y="263314"/>
                  <a:pt x="175524" y="249696"/>
                </a:cubicBezTo>
                <a:cubicBezTo>
                  <a:pt x="186854" y="225419"/>
                  <a:pt x="194835" y="192267"/>
                  <a:pt x="196453" y="156270"/>
                </a:cubicBezTo>
                <a:close/>
                <a:moveTo>
                  <a:pt x="89799" y="129480"/>
                </a:moveTo>
                <a:lnTo>
                  <a:pt x="196342" y="129480"/>
                </a:lnTo>
                <a:cubicBezTo>
                  <a:pt x="194779" y="93483"/>
                  <a:pt x="186798" y="60331"/>
                  <a:pt x="175468" y="36054"/>
                </a:cubicBezTo>
                <a:cubicBezTo>
                  <a:pt x="169106" y="22436"/>
                  <a:pt x="162241" y="12725"/>
                  <a:pt x="155879" y="6809"/>
                </a:cubicBezTo>
                <a:cubicBezTo>
                  <a:pt x="149628" y="949"/>
                  <a:pt x="145331" y="0"/>
                  <a:pt x="143098" y="0"/>
                </a:cubicBezTo>
                <a:cubicBezTo>
                  <a:pt x="140866" y="0"/>
                  <a:pt x="136568" y="949"/>
                  <a:pt x="130318" y="6809"/>
                </a:cubicBezTo>
                <a:cubicBezTo>
                  <a:pt x="123955" y="12725"/>
                  <a:pt x="117091" y="22436"/>
                  <a:pt x="110728" y="36054"/>
                </a:cubicBezTo>
                <a:cubicBezTo>
                  <a:pt x="99399" y="60331"/>
                  <a:pt x="91418" y="93483"/>
                  <a:pt x="89799" y="129480"/>
                </a:cubicBezTo>
                <a:close/>
                <a:moveTo>
                  <a:pt x="63010" y="129480"/>
                </a:moveTo>
                <a:cubicBezTo>
                  <a:pt x="64963" y="81707"/>
                  <a:pt x="77298" y="37337"/>
                  <a:pt x="95324" y="8204"/>
                </a:cubicBezTo>
                <a:cubicBezTo>
                  <a:pt x="43923" y="26398"/>
                  <a:pt x="6083" y="73223"/>
                  <a:pt x="837" y="129480"/>
                </a:cubicBezTo>
                <a:lnTo>
                  <a:pt x="63010" y="129480"/>
                </a:lnTo>
                <a:close/>
                <a:moveTo>
                  <a:pt x="837" y="156270"/>
                </a:moveTo>
                <a:cubicBezTo>
                  <a:pt x="6083" y="212527"/>
                  <a:pt x="43923" y="259352"/>
                  <a:pt x="95324" y="277546"/>
                </a:cubicBezTo>
                <a:cubicBezTo>
                  <a:pt x="77298" y="248413"/>
                  <a:pt x="64963" y="204043"/>
                  <a:pt x="63010" y="156270"/>
                </a:cubicBezTo>
                <a:lnTo>
                  <a:pt x="837" y="156270"/>
                </a:lnTo>
                <a:close/>
                <a:moveTo>
                  <a:pt x="223186" y="156270"/>
                </a:moveTo>
                <a:cubicBezTo>
                  <a:pt x="221233" y="204043"/>
                  <a:pt x="208899" y="248413"/>
                  <a:pt x="190872" y="277546"/>
                </a:cubicBezTo>
                <a:cubicBezTo>
                  <a:pt x="242274" y="259296"/>
                  <a:pt x="280113" y="212527"/>
                  <a:pt x="285359" y="156270"/>
                </a:cubicBezTo>
                <a:lnTo>
                  <a:pt x="223186" y="156270"/>
                </a:lnTo>
                <a:close/>
                <a:moveTo>
                  <a:pt x="285359" y="129480"/>
                </a:moveTo>
                <a:cubicBezTo>
                  <a:pt x="280113" y="73223"/>
                  <a:pt x="242274" y="26398"/>
                  <a:pt x="190872" y="8204"/>
                </a:cubicBezTo>
                <a:cubicBezTo>
                  <a:pt x="208899" y="37337"/>
                  <a:pt x="221233" y="81707"/>
                  <a:pt x="223186" y="129480"/>
                </a:cubicBezTo>
                <a:lnTo>
                  <a:pt x="285359" y="129480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9" name="Text 16"/>
          <p:cNvSpPr/>
          <p:nvPr/>
        </p:nvSpPr>
        <p:spPr>
          <a:xfrm>
            <a:off x="7578945" y="4328982"/>
            <a:ext cx="1590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Website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7588470" y="4633764"/>
            <a:ext cx="1571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formcheck.ai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3687642" y="5520032"/>
            <a:ext cx="1464129" cy="464004"/>
          </a:xfrm>
          <a:custGeom>
            <a:avLst/>
            <a:gdLst/>
            <a:ahLst/>
            <a:cxnLst/>
            <a:rect l="l" t="t" r="r" b="b"/>
            <a:pathLst>
              <a:path w="1464129" h="464004">
                <a:moveTo>
                  <a:pt x="76199" y="0"/>
                </a:moveTo>
                <a:lnTo>
                  <a:pt x="1387930" y="0"/>
                </a:lnTo>
                <a:cubicBezTo>
                  <a:pt x="1430013" y="0"/>
                  <a:pt x="1464129" y="34115"/>
                  <a:pt x="1464129" y="76199"/>
                </a:cubicBezTo>
                <a:lnTo>
                  <a:pt x="1464129" y="387805"/>
                </a:lnTo>
                <a:cubicBezTo>
                  <a:pt x="1464129" y="429888"/>
                  <a:pt x="1430013" y="464004"/>
                  <a:pt x="1387930" y="464004"/>
                </a:cubicBezTo>
                <a:lnTo>
                  <a:pt x="76199" y="464004"/>
                </a:lnTo>
                <a:cubicBezTo>
                  <a:pt x="34115" y="464004"/>
                  <a:pt x="0" y="429888"/>
                  <a:pt x="0" y="387805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9071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938651" y="567577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27593" y="17502"/>
                </a:moveTo>
                <a:lnTo>
                  <a:pt x="50929" y="40838"/>
                </a:lnTo>
                <a:cubicBezTo>
                  <a:pt x="56346" y="33397"/>
                  <a:pt x="59531" y="24199"/>
                  <a:pt x="59531" y="14287"/>
                </a:cubicBezTo>
                <a:cubicBezTo>
                  <a:pt x="59531" y="10091"/>
                  <a:pt x="58966" y="6042"/>
                  <a:pt x="57894" y="2203"/>
                </a:cubicBezTo>
                <a:cubicBezTo>
                  <a:pt x="46583" y="5001"/>
                  <a:pt x="36284" y="10299"/>
                  <a:pt x="27593" y="17502"/>
                </a:cubicBezTo>
                <a:close/>
                <a:moveTo>
                  <a:pt x="17502" y="27593"/>
                </a:moveTo>
                <a:cubicBezTo>
                  <a:pt x="10299" y="36284"/>
                  <a:pt x="5001" y="46583"/>
                  <a:pt x="2203" y="57894"/>
                </a:cubicBezTo>
                <a:cubicBezTo>
                  <a:pt x="6042" y="58966"/>
                  <a:pt x="10091" y="59531"/>
                  <a:pt x="14288" y="59531"/>
                </a:cubicBezTo>
                <a:cubicBezTo>
                  <a:pt x="24199" y="59531"/>
                  <a:pt x="33367" y="56346"/>
                  <a:pt x="40838" y="50929"/>
                </a:cubicBezTo>
                <a:lnTo>
                  <a:pt x="17502" y="27593"/>
                </a:lnTo>
                <a:close/>
                <a:moveTo>
                  <a:pt x="76200" y="0"/>
                </a:moveTo>
                <a:cubicBezTo>
                  <a:pt x="74831" y="0"/>
                  <a:pt x="73462" y="30"/>
                  <a:pt x="72122" y="119"/>
                </a:cubicBezTo>
                <a:cubicBezTo>
                  <a:pt x="73223" y="4673"/>
                  <a:pt x="73819" y="9406"/>
                  <a:pt x="73819" y="14288"/>
                </a:cubicBezTo>
                <a:cubicBezTo>
                  <a:pt x="73819" y="28158"/>
                  <a:pt x="69086" y="40898"/>
                  <a:pt x="61139" y="51018"/>
                </a:cubicBezTo>
                <a:lnTo>
                  <a:pt x="76200" y="66109"/>
                </a:lnTo>
                <a:lnTo>
                  <a:pt x="124807" y="17502"/>
                </a:lnTo>
                <a:cubicBezTo>
                  <a:pt x="111591" y="6578"/>
                  <a:pt x="94684" y="0"/>
                  <a:pt x="76200" y="0"/>
                </a:cubicBezTo>
                <a:close/>
                <a:moveTo>
                  <a:pt x="14288" y="73819"/>
                </a:moveTo>
                <a:cubicBezTo>
                  <a:pt x="9406" y="73819"/>
                  <a:pt x="4643" y="73223"/>
                  <a:pt x="119" y="72122"/>
                </a:cubicBezTo>
                <a:cubicBezTo>
                  <a:pt x="60" y="73462"/>
                  <a:pt x="0" y="74831"/>
                  <a:pt x="0" y="76200"/>
                </a:cubicBezTo>
                <a:cubicBezTo>
                  <a:pt x="0" y="94684"/>
                  <a:pt x="6578" y="111591"/>
                  <a:pt x="17502" y="124807"/>
                </a:cubicBezTo>
                <a:lnTo>
                  <a:pt x="66109" y="76200"/>
                </a:lnTo>
                <a:lnTo>
                  <a:pt x="51018" y="61139"/>
                </a:lnTo>
                <a:cubicBezTo>
                  <a:pt x="40898" y="69086"/>
                  <a:pt x="28158" y="73819"/>
                  <a:pt x="14288" y="73819"/>
                </a:cubicBezTo>
                <a:close/>
                <a:moveTo>
                  <a:pt x="152281" y="80278"/>
                </a:moveTo>
                <a:cubicBezTo>
                  <a:pt x="152340" y="78938"/>
                  <a:pt x="152400" y="77569"/>
                  <a:pt x="152400" y="76200"/>
                </a:cubicBezTo>
                <a:cubicBezTo>
                  <a:pt x="152400" y="57716"/>
                  <a:pt x="145822" y="40809"/>
                  <a:pt x="134898" y="27593"/>
                </a:cubicBezTo>
                <a:lnTo>
                  <a:pt x="86291" y="76200"/>
                </a:lnTo>
                <a:lnTo>
                  <a:pt x="101382" y="91261"/>
                </a:lnTo>
                <a:cubicBezTo>
                  <a:pt x="111502" y="83314"/>
                  <a:pt x="124271" y="78581"/>
                  <a:pt x="138113" y="78581"/>
                </a:cubicBezTo>
                <a:cubicBezTo>
                  <a:pt x="142994" y="78581"/>
                  <a:pt x="147757" y="79177"/>
                  <a:pt x="152281" y="80278"/>
                </a:cubicBezTo>
                <a:close/>
                <a:moveTo>
                  <a:pt x="150168" y="94506"/>
                </a:moveTo>
                <a:cubicBezTo>
                  <a:pt x="146328" y="93434"/>
                  <a:pt x="142280" y="92869"/>
                  <a:pt x="138083" y="92869"/>
                </a:cubicBezTo>
                <a:cubicBezTo>
                  <a:pt x="128171" y="92869"/>
                  <a:pt x="119003" y="96054"/>
                  <a:pt x="111532" y="101471"/>
                </a:cubicBezTo>
                <a:lnTo>
                  <a:pt x="134868" y="124807"/>
                </a:lnTo>
                <a:cubicBezTo>
                  <a:pt x="142071" y="116116"/>
                  <a:pt x="147370" y="105817"/>
                  <a:pt x="150168" y="94506"/>
                </a:cubicBezTo>
                <a:close/>
                <a:moveTo>
                  <a:pt x="101471" y="111562"/>
                </a:moveTo>
                <a:cubicBezTo>
                  <a:pt x="96054" y="119003"/>
                  <a:pt x="92869" y="128201"/>
                  <a:pt x="92869" y="138113"/>
                </a:cubicBezTo>
                <a:cubicBezTo>
                  <a:pt x="92869" y="142309"/>
                  <a:pt x="93434" y="146358"/>
                  <a:pt x="94506" y="150197"/>
                </a:cubicBezTo>
                <a:cubicBezTo>
                  <a:pt x="105817" y="147399"/>
                  <a:pt x="116116" y="142101"/>
                  <a:pt x="124807" y="134898"/>
                </a:cubicBezTo>
                <a:lnTo>
                  <a:pt x="101471" y="111562"/>
                </a:lnTo>
                <a:close/>
                <a:moveTo>
                  <a:pt x="91261" y="101352"/>
                </a:moveTo>
                <a:lnTo>
                  <a:pt x="76200" y="86291"/>
                </a:lnTo>
                <a:lnTo>
                  <a:pt x="27593" y="134898"/>
                </a:lnTo>
                <a:cubicBezTo>
                  <a:pt x="40779" y="145822"/>
                  <a:pt x="57716" y="152400"/>
                  <a:pt x="76200" y="152400"/>
                </a:cubicBezTo>
                <a:cubicBezTo>
                  <a:pt x="77569" y="152400"/>
                  <a:pt x="78938" y="152370"/>
                  <a:pt x="80278" y="152281"/>
                </a:cubicBezTo>
                <a:cubicBezTo>
                  <a:pt x="79177" y="147727"/>
                  <a:pt x="78581" y="142994"/>
                  <a:pt x="78581" y="138113"/>
                </a:cubicBezTo>
                <a:cubicBezTo>
                  <a:pt x="78581" y="124242"/>
                  <a:pt x="83314" y="111502"/>
                  <a:pt x="91261" y="101382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3" name="Text 20"/>
          <p:cNvSpPr/>
          <p:nvPr/>
        </p:nvSpPr>
        <p:spPr>
          <a:xfrm>
            <a:off x="4186280" y="5637716"/>
            <a:ext cx="771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Basketball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5387259" y="5520032"/>
            <a:ext cx="1311729" cy="464004"/>
          </a:xfrm>
          <a:custGeom>
            <a:avLst/>
            <a:gdLst/>
            <a:ahLst/>
            <a:cxnLst/>
            <a:rect l="l" t="t" r="r" b="b"/>
            <a:pathLst>
              <a:path w="1311729" h="464004">
                <a:moveTo>
                  <a:pt x="76199" y="0"/>
                </a:moveTo>
                <a:lnTo>
                  <a:pt x="1235530" y="0"/>
                </a:lnTo>
                <a:cubicBezTo>
                  <a:pt x="1277613" y="0"/>
                  <a:pt x="1311729" y="34115"/>
                  <a:pt x="1311729" y="76199"/>
                </a:cubicBezTo>
                <a:lnTo>
                  <a:pt x="1311729" y="387805"/>
                </a:lnTo>
                <a:cubicBezTo>
                  <a:pt x="1311729" y="429888"/>
                  <a:pt x="1277613" y="464004"/>
                  <a:pt x="1235530" y="464004"/>
                </a:cubicBezTo>
                <a:lnTo>
                  <a:pt x="76199" y="464004"/>
                </a:lnTo>
                <a:cubicBezTo>
                  <a:pt x="34115" y="464004"/>
                  <a:pt x="0" y="429888"/>
                  <a:pt x="0" y="387805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9071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638269" y="567577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24212" y="107186"/>
                </a:moveTo>
                <a:lnTo>
                  <a:pt x="102900" y="105757"/>
                </a:lnTo>
                <a:cubicBezTo>
                  <a:pt x="101352" y="105668"/>
                  <a:pt x="99834" y="106085"/>
                  <a:pt x="98584" y="107007"/>
                </a:cubicBezTo>
                <a:cubicBezTo>
                  <a:pt x="97334" y="107930"/>
                  <a:pt x="96441" y="109210"/>
                  <a:pt x="96083" y="110728"/>
                </a:cubicBezTo>
                <a:lnTo>
                  <a:pt x="90845" y="131445"/>
                </a:lnTo>
                <a:cubicBezTo>
                  <a:pt x="86171" y="132695"/>
                  <a:pt x="81260" y="133350"/>
                  <a:pt x="76200" y="133350"/>
                </a:cubicBezTo>
                <a:cubicBezTo>
                  <a:pt x="71140" y="133350"/>
                  <a:pt x="66229" y="132695"/>
                  <a:pt x="61555" y="131445"/>
                </a:cubicBezTo>
                <a:lnTo>
                  <a:pt x="56317" y="110728"/>
                </a:lnTo>
                <a:cubicBezTo>
                  <a:pt x="55930" y="109240"/>
                  <a:pt x="55037" y="107930"/>
                  <a:pt x="53816" y="107007"/>
                </a:cubicBezTo>
                <a:cubicBezTo>
                  <a:pt x="52596" y="106085"/>
                  <a:pt x="51048" y="105668"/>
                  <a:pt x="49500" y="105757"/>
                </a:cubicBezTo>
                <a:lnTo>
                  <a:pt x="28188" y="107186"/>
                </a:lnTo>
                <a:cubicBezTo>
                  <a:pt x="22949" y="99090"/>
                  <a:pt x="19705" y="89565"/>
                  <a:pt x="19139" y="79325"/>
                </a:cubicBezTo>
                <a:lnTo>
                  <a:pt x="37207" y="67955"/>
                </a:lnTo>
                <a:cubicBezTo>
                  <a:pt x="38517" y="67121"/>
                  <a:pt x="39469" y="65871"/>
                  <a:pt x="39945" y="64413"/>
                </a:cubicBezTo>
                <a:cubicBezTo>
                  <a:pt x="40422" y="62954"/>
                  <a:pt x="40362" y="61377"/>
                  <a:pt x="39797" y="59948"/>
                </a:cubicBezTo>
                <a:lnTo>
                  <a:pt x="31849" y="40124"/>
                </a:lnTo>
                <a:cubicBezTo>
                  <a:pt x="38100" y="32504"/>
                  <a:pt x="46226" y="26491"/>
                  <a:pt x="55572" y="22890"/>
                </a:cubicBezTo>
                <a:lnTo>
                  <a:pt x="72003" y="36582"/>
                </a:lnTo>
                <a:cubicBezTo>
                  <a:pt x="73194" y="37564"/>
                  <a:pt x="74682" y="38100"/>
                  <a:pt x="76200" y="38100"/>
                </a:cubicBezTo>
                <a:cubicBezTo>
                  <a:pt x="77718" y="38100"/>
                  <a:pt x="79236" y="37564"/>
                  <a:pt x="80397" y="36582"/>
                </a:cubicBezTo>
                <a:lnTo>
                  <a:pt x="96828" y="22890"/>
                </a:lnTo>
                <a:cubicBezTo>
                  <a:pt x="106144" y="26491"/>
                  <a:pt x="114300" y="32504"/>
                  <a:pt x="120521" y="40124"/>
                </a:cubicBezTo>
                <a:lnTo>
                  <a:pt x="112574" y="59948"/>
                </a:lnTo>
                <a:cubicBezTo>
                  <a:pt x="112008" y="61377"/>
                  <a:pt x="111949" y="62954"/>
                  <a:pt x="112425" y="64413"/>
                </a:cubicBezTo>
                <a:cubicBezTo>
                  <a:pt x="112901" y="65871"/>
                  <a:pt x="113883" y="67121"/>
                  <a:pt x="115163" y="67955"/>
                </a:cubicBezTo>
                <a:lnTo>
                  <a:pt x="133231" y="79325"/>
                </a:lnTo>
                <a:cubicBezTo>
                  <a:pt x="132665" y="89565"/>
                  <a:pt x="129421" y="99090"/>
                  <a:pt x="124182" y="107186"/>
                </a:cubicBezTo>
                <a:close/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80397" y="55453"/>
                </a:moveTo>
                <a:cubicBezTo>
                  <a:pt x="77897" y="53638"/>
                  <a:pt x="74503" y="53638"/>
                  <a:pt x="72003" y="55453"/>
                </a:cubicBezTo>
                <a:lnTo>
                  <a:pt x="57745" y="65782"/>
                </a:lnTo>
                <a:cubicBezTo>
                  <a:pt x="55245" y="67598"/>
                  <a:pt x="54203" y="70812"/>
                  <a:pt x="55156" y="73759"/>
                </a:cubicBezTo>
                <a:lnTo>
                  <a:pt x="60603" y="90517"/>
                </a:lnTo>
                <a:cubicBezTo>
                  <a:pt x="61555" y="93464"/>
                  <a:pt x="64294" y="95458"/>
                  <a:pt x="67389" y="95458"/>
                </a:cubicBezTo>
                <a:lnTo>
                  <a:pt x="85011" y="95458"/>
                </a:lnTo>
                <a:cubicBezTo>
                  <a:pt x="88106" y="95458"/>
                  <a:pt x="90845" y="93464"/>
                  <a:pt x="91797" y="90517"/>
                </a:cubicBezTo>
                <a:lnTo>
                  <a:pt x="97244" y="73759"/>
                </a:lnTo>
                <a:cubicBezTo>
                  <a:pt x="98197" y="70812"/>
                  <a:pt x="97155" y="67598"/>
                  <a:pt x="94655" y="65782"/>
                </a:cubicBezTo>
                <a:lnTo>
                  <a:pt x="80397" y="55424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6" name="Text 23"/>
          <p:cNvSpPr/>
          <p:nvPr/>
        </p:nvSpPr>
        <p:spPr>
          <a:xfrm>
            <a:off x="5885897" y="5637716"/>
            <a:ext cx="619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Football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6936666" y="5520032"/>
            <a:ext cx="1568904" cy="464004"/>
          </a:xfrm>
          <a:custGeom>
            <a:avLst/>
            <a:gdLst/>
            <a:ahLst/>
            <a:cxnLst/>
            <a:rect l="l" t="t" r="r" b="b"/>
            <a:pathLst>
              <a:path w="1568904" h="464004">
                <a:moveTo>
                  <a:pt x="76199" y="0"/>
                </a:moveTo>
                <a:lnTo>
                  <a:pt x="1492705" y="0"/>
                </a:lnTo>
                <a:cubicBezTo>
                  <a:pt x="1534788" y="0"/>
                  <a:pt x="1568904" y="34115"/>
                  <a:pt x="1568904" y="76199"/>
                </a:cubicBezTo>
                <a:lnTo>
                  <a:pt x="1568904" y="387805"/>
                </a:lnTo>
                <a:cubicBezTo>
                  <a:pt x="1568904" y="429888"/>
                  <a:pt x="1534788" y="464004"/>
                  <a:pt x="1492705" y="464004"/>
                </a:cubicBezTo>
                <a:lnTo>
                  <a:pt x="76199" y="464004"/>
                </a:lnTo>
                <a:cubicBezTo>
                  <a:pt x="34115" y="464004"/>
                  <a:pt x="0" y="429888"/>
                  <a:pt x="0" y="387805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9071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168626" y="5675770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104775" y="0"/>
                </a:moveTo>
                <a:cubicBezTo>
                  <a:pt x="104775" y="-5269"/>
                  <a:pt x="100519" y="-9525"/>
                  <a:pt x="95250" y="-9525"/>
                </a:cubicBezTo>
                <a:cubicBezTo>
                  <a:pt x="89981" y="-9525"/>
                  <a:pt x="85725" y="-5269"/>
                  <a:pt x="85725" y="0"/>
                </a:cubicBezTo>
                <a:lnTo>
                  <a:pt x="85725" y="19050"/>
                </a:lnTo>
                <a:lnTo>
                  <a:pt x="57150" y="19050"/>
                </a:lnTo>
                <a:cubicBezTo>
                  <a:pt x="41374" y="19050"/>
                  <a:pt x="28575" y="31849"/>
                  <a:pt x="28575" y="47625"/>
                </a:cubicBezTo>
                <a:lnTo>
                  <a:pt x="28575" y="114300"/>
                </a:lnTo>
                <a:cubicBezTo>
                  <a:pt x="28575" y="130076"/>
                  <a:pt x="41374" y="142875"/>
                  <a:pt x="57150" y="142875"/>
                </a:cubicBezTo>
                <a:lnTo>
                  <a:pt x="133350" y="142875"/>
                </a:lnTo>
                <a:cubicBezTo>
                  <a:pt x="149126" y="142875"/>
                  <a:pt x="161925" y="130076"/>
                  <a:pt x="161925" y="114300"/>
                </a:cubicBezTo>
                <a:lnTo>
                  <a:pt x="161925" y="47625"/>
                </a:lnTo>
                <a:cubicBezTo>
                  <a:pt x="161925" y="31849"/>
                  <a:pt x="149126" y="19050"/>
                  <a:pt x="133350" y="19050"/>
                </a:cubicBezTo>
                <a:lnTo>
                  <a:pt x="104775" y="19050"/>
                </a:lnTo>
                <a:lnTo>
                  <a:pt x="104775" y="0"/>
                </a:lnTo>
                <a:close/>
                <a:moveTo>
                  <a:pt x="47625" y="109537"/>
                </a:moveTo>
                <a:cubicBezTo>
                  <a:pt x="47625" y="105579"/>
                  <a:pt x="50810" y="102394"/>
                  <a:pt x="54769" y="102394"/>
                </a:cubicBezTo>
                <a:lnTo>
                  <a:pt x="64294" y="102394"/>
                </a:lnTo>
                <a:cubicBezTo>
                  <a:pt x="68253" y="102394"/>
                  <a:pt x="71438" y="105579"/>
                  <a:pt x="71438" y="109537"/>
                </a:cubicBezTo>
                <a:cubicBezTo>
                  <a:pt x="71438" y="113496"/>
                  <a:pt x="68253" y="116681"/>
                  <a:pt x="64294" y="116681"/>
                </a:cubicBezTo>
                <a:lnTo>
                  <a:pt x="54769" y="116681"/>
                </a:lnTo>
                <a:cubicBezTo>
                  <a:pt x="50810" y="116681"/>
                  <a:pt x="47625" y="113496"/>
                  <a:pt x="47625" y="109537"/>
                </a:cubicBezTo>
                <a:close/>
                <a:moveTo>
                  <a:pt x="83344" y="109537"/>
                </a:moveTo>
                <a:cubicBezTo>
                  <a:pt x="83344" y="105579"/>
                  <a:pt x="86529" y="102394"/>
                  <a:pt x="90488" y="102394"/>
                </a:cubicBezTo>
                <a:lnTo>
                  <a:pt x="100013" y="102394"/>
                </a:lnTo>
                <a:cubicBezTo>
                  <a:pt x="103971" y="102394"/>
                  <a:pt x="107156" y="105579"/>
                  <a:pt x="107156" y="109537"/>
                </a:cubicBezTo>
                <a:cubicBezTo>
                  <a:pt x="107156" y="113496"/>
                  <a:pt x="103971" y="116681"/>
                  <a:pt x="100013" y="116681"/>
                </a:cubicBezTo>
                <a:lnTo>
                  <a:pt x="90488" y="116681"/>
                </a:lnTo>
                <a:cubicBezTo>
                  <a:pt x="86529" y="116681"/>
                  <a:pt x="83344" y="113496"/>
                  <a:pt x="83344" y="109537"/>
                </a:cubicBezTo>
                <a:close/>
                <a:moveTo>
                  <a:pt x="119062" y="109537"/>
                </a:moveTo>
                <a:cubicBezTo>
                  <a:pt x="119062" y="105579"/>
                  <a:pt x="122247" y="102394"/>
                  <a:pt x="126206" y="102394"/>
                </a:cubicBezTo>
                <a:lnTo>
                  <a:pt x="135731" y="102394"/>
                </a:lnTo>
                <a:cubicBezTo>
                  <a:pt x="139690" y="102394"/>
                  <a:pt x="142875" y="105579"/>
                  <a:pt x="142875" y="109537"/>
                </a:cubicBezTo>
                <a:cubicBezTo>
                  <a:pt x="142875" y="113496"/>
                  <a:pt x="139690" y="116681"/>
                  <a:pt x="135731" y="116681"/>
                </a:cubicBezTo>
                <a:lnTo>
                  <a:pt x="126206" y="116681"/>
                </a:lnTo>
                <a:cubicBezTo>
                  <a:pt x="122247" y="116681"/>
                  <a:pt x="119062" y="113496"/>
                  <a:pt x="119062" y="109537"/>
                </a:cubicBezTo>
                <a:close/>
                <a:moveTo>
                  <a:pt x="66675" y="52388"/>
                </a:moveTo>
                <a:cubicBezTo>
                  <a:pt x="74560" y="52388"/>
                  <a:pt x="80962" y="58790"/>
                  <a:pt x="80962" y="66675"/>
                </a:cubicBezTo>
                <a:cubicBezTo>
                  <a:pt x="80962" y="74560"/>
                  <a:pt x="74560" y="80962"/>
                  <a:pt x="66675" y="80962"/>
                </a:cubicBezTo>
                <a:cubicBezTo>
                  <a:pt x="58790" y="80962"/>
                  <a:pt x="52388" y="74560"/>
                  <a:pt x="52388" y="66675"/>
                </a:cubicBezTo>
                <a:cubicBezTo>
                  <a:pt x="52388" y="58790"/>
                  <a:pt x="58790" y="52388"/>
                  <a:pt x="66675" y="52388"/>
                </a:cubicBezTo>
                <a:close/>
                <a:moveTo>
                  <a:pt x="109537" y="66675"/>
                </a:moveTo>
                <a:cubicBezTo>
                  <a:pt x="109537" y="58790"/>
                  <a:pt x="115940" y="52388"/>
                  <a:pt x="123825" y="52388"/>
                </a:cubicBezTo>
                <a:cubicBezTo>
                  <a:pt x="131710" y="52388"/>
                  <a:pt x="138113" y="58790"/>
                  <a:pt x="138113" y="66675"/>
                </a:cubicBezTo>
                <a:cubicBezTo>
                  <a:pt x="138113" y="74560"/>
                  <a:pt x="131710" y="80962"/>
                  <a:pt x="123825" y="80962"/>
                </a:cubicBezTo>
                <a:cubicBezTo>
                  <a:pt x="115940" y="80962"/>
                  <a:pt x="109537" y="74560"/>
                  <a:pt x="109537" y="66675"/>
                </a:cubicBezTo>
                <a:close/>
                <a:moveTo>
                  <a:pt x="19050" y="66675"/>
                </a:moveTo>
                <a:cubicBezTo>
                  <a:pt x="19050" y="61406"/>
                  <a:pt x="14794" y="57150"/>
                  <a:pt x="9525" y="57150"/>
                </a:cubicBezTo>
                <a:cubicBezTo>
                  <a:pt x="4256" y="57150"/>
                  <a:pt x="0" y="61406"/>
                  <a:pt x="0" y="66675"/>
                </a:cubicBezTo>
                <a:lnTo>
                  <a:pt x="0" y="95250"/>
                </a:lnTo>
                <a:cubicBezTo>
                  <a:pt x="0" y="100519"/>
                  <a:pt x="4256" y="104775"/>
                  <a:pt x="9525" y="104775"/>
                </a:cubicBezTo>
                <a:cubicBezTo>
                  <a:pt x="14794" y="104775"/>
                  <a:pt x="19050" y="100519"/>
                  <a:pt x="19050" y="95250"/>
                </a:cubicBezTo>
                <a:lnTo>
                  <a:pt x="19050" y="66675"/>
                </a:lnTo>
                <a:close/>
                <a:moveTo>
                  <a:pt x="180975" y="57150"/>
                </a:moveTo>
                <a:cubicBezTo>
                  <a:pt x="175706" y="57150"/>
                  <a:pt x="171450" y="61406"/>
                  <a:pt x="171450" y="66675"/>
                </a:cubicBezTo>
                <a:lnTo>
                  <a:pt x="171450" y="95250"/>
                </a:lnTo>
                <a:cubicBezTo>
                  <a:pt x="171450" y="100519"/>
                  <a:pt x="175706" y="104775"/>
                  <a:pt x="180975" y="104775"/>
                </a:cubicBezTo>
                <a:cubicBezTo>
                  <a:pt x="186244" y="104775"/>
                  <a:pt x="190500" y="100519"/>
                  <a:pt x="190500" y="95250"/>
                </a:cubicBezTo>
                <a:lnTo>
                  <a:pt x="190500" y="66675"/>
                </a:lnTo>
                <a:cubicBezTo>
                  <a:pt x="190500" y="61406"/>
                  <a:pt x="186244" y="57150"/>
                  <a:pt x="180975" y="5715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9" name="Text 26"/>
          <p:cNvSpPr/>
          <p:nvPr/>
        </p:nvSpPr>
        <p:spPr>
          <a:xfrm>
            <a:off x="7435304" y="5637716"/>
            <a:ext cx="876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AI-Powered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FormCheck AI - Hackathon Presentation</dc:title>
  <dc:subject>FormCheck AI - Hackathon Presentation</dc:subject>
  <dc:creator>Kimi</dc:creator>
  <cp:lastModifiedBy>Kimi</cp:lastModifiedBy>
  <cp:revision>1</cp:revision>
  <dcterms:created xsi:type="dcterms:W3CDTF">2026-04-14T08:46:09Z</dcterms:created>
  <dcterms:modified xsi:type="dcterms:W3CDTF">2026-04-14T08:46:09Z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{"Label":"FormCheck AI - Hackathon Presentation","ContentProducer":"001191110108MACG2KBH8F10000","ProduceID":"19d8b28a-5452-8cdc-8000-00005f86de36","ReservedCode1":"","ContentPropagator":"001191110108MACG2KBH8F20000","PropagateID":"19d8b28a-5452-8cdc-8000-00005f86de36","ReservedCode2":""}</vt:lpwstr>
  </property>
</Properties>
</file>